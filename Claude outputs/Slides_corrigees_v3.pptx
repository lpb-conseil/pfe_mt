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0.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1.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1" r:id="rId2"/>
  </p:sldMasterIdLst>
  <p:notesMasterIdLst>
    <p:notesMasterId r:id="rId72"/>
  </p:notesMasterIdLst>
  <p:sldIdLst>
    <p:sldId id="266" r:id="rId13"/>
    <p:sldId id="292" r:id="rId39"/>
    <p:sldId id="293" r:id="rId40"/>
    <p:sldId id="295" r:id="rId42"/>
    <p:sldId id="299"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A55A"/>
    <a:srgbClr val="F8E212"/>
    <a:srgbClr val="FBF9F5"/>
    <a:srgbClr val="FFFFFF"/>
    <a:srgbClr val="E0CF9E"/>
    <a:srgbClr val="AAA189"/>
    <a:srgbClr val="A9A088"/>
    <a:srgbClr val="A2543C"/>
    <a:srgbClr val="4E7A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E285E-B121-4515-9C18-FABA0E58104D}" v="4" dt="2026-09-07T10:02:51.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8" autoAdjust="0"/>
    <p:restoredTop sz="66105" autoAdjust="0"/>
  </p:normalViewPr>
  <p:slideViewPr>
    <p:cSldViewPr snapToGrid="0" snapToObjects="1">
      <p:cViewPr>
        <p:scale>
          <a:sx n="71" d="100"/>
          <a:sy n="71" d="100"/>
        </p:scale>
        <p:origin x="1133" y="101"/>
      </p:cViewPr>
      <p:guideLst/>
    </p:cSldViewPr>
  </p:slideViewPr>
  <p:notesTextViewPr>
    <p:cViewPr>
      <p:scale>
        <a:sx n="3" d="2"/>
        <a:sy n="3" d="2"/>
      </p:scale>
      <p:origin x="0" y="0"/>
    </p:cViewPr>
  </p:notesTextViewPr>
  <p:gridSpacing cx="76200" cy="76200"/>
</p:viewPr>
</file>

<file path=ppt/_rels/presentation.xml.rels><?xml version="1.0" encoding="utf-8"?><Relationships xmlns="http://schemas.openxmlformats.org/package/2006/relationships"><Relationship Id="rId42" Type="http://schemas.openxmlformats.org/officeDocument/2006/relationships/slide" Target="slides/slide40.xml"/><Relationship Id="rId40" Type="http://schemas.openxmlformats.org/officeDocument/2006/relationships/slide" Target="slides/slide38.xml"/><Relationship Id="rId74" Type="http://schemas.openxmlformats.org/officeDocument/2006/relationships/viewProps" Target="viewProps.xml"/><Relationship Id="rId77" Type="http://schemas.microsoft.com/office/2016/11/relationships/changesInfo" Target="changesInfos/changesInfo1.xml"/><Relationship Id="rId72" Type="http://schemas.openxmlformats.org/officeDocument/2006/relationships/notesMaster" Target="notesMasters/notesMaster1.xml"/><Relationship Id="rId46" Type="http://schemas.openxmlformats.org/officeDocument/2006/relationships/slide" Target="slides/slide44.xml"/><Relationship Id="rId75" Type="http://schemas.openxmlformats.org/officeDocument/2006/relationships/theme" Target="theme/theme1.xml"/><Relationship Id="rId1" Type="http://schemas.openxmlformats.org/officeDocument/2006/relationships/slideMaster" Target="slideMasters/slideMaster1.xml"/><Relationship Id="rId73" Type="http://schemas.openxmlformats.org/officeDocument/2006/relationships/presProps" Target="presProps.xml"/><Relationship Id="rId78" Type="http://schemas.microsoft.com/office/2015/10/relationships/revisionInfo" Target="revisionInfo.xml"/><Relationship Id="rId13" Type="http://schemas.openxmlformats.org/officeDocument/2006/relationships/slide" Target="slides/slide11.xml"/><Relationship Id="rId39" Type="http://schemas.openxmlformats.org/officeDocument/2006/relationships/slide" Target="slides/slide37.xml"/><Relationship Id="rId76" Type="http://schemas.openxmlformats.org/officeDocument/2006/relationships/tableStyles" Target="tableStyles.xml"/><Relationship Id="rId2" Type="http://schemas.openxmlformats.org/officeDocument/2006/relationships/slideMaster" Target="slideMasters/slideMaster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éo TREMISI" userId="e344fc52-7e33-4822-85ed-50fd192645c1" providerId="ADAL" clId="{921FD83F-E93C-4172-927C-39516FB4C889}"/>
    <pc:docChg chg="undo custSel addSld delSld modSld sldOrd modMainMaster">
      <pc:chgData name="Mattéo TREMISI" userId="e344fc52-7e33-4822-85ed-50fd192645c1" providerId="ADAL" clId="{921FD83F-E93C-4172-927C-39516FB4C889}" dt="2026-09-07T10:22:55.784" v="2404" actId="20577"/>
      <pc:docMkLst>
        <pc:docMk/>
      </pc:docMkLst>
      <pc:sldChg chg="modSp mod">
        <pc:chgData name="Mattéo TREMISI" userId="e344fc52-7e33-4822-85ed-50fd192645c1" providerId="ADAL" clId="{921FD83F-E93C-4172-927C-39516FB4C889}" dt="2026-09-03T22:59:41.973" v="810"/>
        <pc:sldMkLst>
          <pc:docMk/>
          <pc:sldMk cId="0" sldId="259"/>
        </pc:sldMkLst>
        <pc:spChg chg="mod ord">
          <ac:chgData name="Mattéo TREMISI" userId="e344fc52-7e33-4822-85ed-50fd192645c1" providerId="ADAL" clId="{921FD83F-E93C-4172-927C-39516FB4C889}" dt="2026-09-03T22:59:41.973" v="810"/>
          <ac:spMkLst>
            <pc:docMk/>
            <pc:sldMk cId="0" sldId="259"/>
            <ac:spMk id="900" creationId="{00000000-0000-0000-0000-000000000000}"/>
          </ac:spMkLst>
        </pc:spChg>
      </pc:sldChg>
      <pc:sldChg chg="modSp mod">
        <pc:chgData name="Mattéo TREMISI" userId="e344fc52-7e33-4822-85ed-50fd192645c1" providerId="ADAL" clId="{921FD83F-E93C-4172-927C-39516FB4C889}" dt="2026-09-03T22:59:41.979" v="811"/>
        <pc:sldMkLst>
          <pc:docMk/>
          <pc:sldMk cId="0" sldId="260"/>
        </pc:sldMkLst>
        <pc:spChg chg="mod ord">
          <ac:chgData name="Mattéo TREMISI" userId="e344fc52-7e33-4822-85ed-50fd192645c1" providerId="ADAL" clId="{921FD83F-E93C-4172-927C-39516FB4C889}" dt="2026-09-03T22:59:41.979" v="811"/>
          <ac:spMkLst>
            <pc:docMk/>
            <pc:sldMk cId="0" sldId="260"/>
            <ac:spMk id="900" creationId="{00000000-0000-0000-0000-000000000000}"/>
          </ac:spMkLst>
        </pc:spChg>
      </pc:sldChg>
      <pc:sldChg chg="addSp delSp modSp mod">
        <pc:chgData name="Mattéo TREMISI" userId="e344fc52-7e33-4822-85ed-50fd192645c1" providerId="ADAL" clId="{921FD83F-E93C-4172-927C-39516FB4C889}" dt="2026-09-03T22:59:41.987" v="812"/>
        <pc:sldMkLst>
          <pc:docMk/>
          <pc:sldMk cId="0" sldId="261"/>
        </pc:sldMkLst>
        <pc:spChg chg="mod ord">
          <ac:chgData name="Mattéo TREMISI" userId="e344fc52-7e33-4822-85ed-50fd192645c1" providerId="ADAL" clId="{921FD83F-E93C-4172-927C-39516FB4C889}" dt="2026-09-03T22:59:41.987" v="812"/>
          <ac:spMkLst>
            <pc:docMk/>
            <pc:sldMk cId="0" sldId="261"/>
            <ac:spMk id="900" creationId="{00000000-0000-0000-0000-000000000000}"/>
          </ac:spMkLst>
        </pc:spChg>
        <pc:spChg chg="mod">
          <ac:chgData name="Mattéo TREMISI" userId="e344fc52-7e33-4822-85ed-50fd192645c1" providerId="ADAL" clId="{921FD83F-E93C-4172-927C-39516FB4C889}" dt="2026-09-03T22:42:04.881" v="17" actId="1076"/>
          <ac:spMkLst>
            <pc:docMk/>
            <pc:sldMk cId="0" sldId="261"/>
            <ac:spMk id="909" creationId="{00000000-0000-0000-0000-000000000000}"/>
          </ac:spMkLst>
        </pc:spChg>
        <pc:spChg chg="mod">
          <ac:chgData name="Mattéo TREMISI" userId="e344fc52-7e33-4822-85ed-50fd192645c1" providerId="ADAL" clId="{921FD83F-E93C-4172-927C-39516FB4C889}" dt="2026-09-03T22:41:56.989" v="14" actId="1076"/>
          <ac:spMkLst>
            <pc:docMk/>
            <pc:sldMk cId="0" sldId="261"/>
            <ac:spMk id="911" creationId="{00000000-0000-0000-0000-000000000000}"/>
          </ac:spMkLst>
        </pc:spChg>
        <pc:spChg chg="mod">
          <ac:chgData name="Mattéo TREMISI" userId="e344fc52-7e33-4822-85ed-50fd192645c1" providerId="ADAL" clId="{921FD83F-E93C-4172-927C-39516FB4C889}" dt="2026-09-03T22:41:53.929" v="12" actId="114"/>
          <ac:spMkLst>
            <pc:docMk/>
            <pc:sldMk cId="0" sldId="261"/>
            <ac:spMk id="926" creationId="{00000000-0000-0000-0000-000000000000}"/>
          </ac:spMkLst>
        </pc:spChg>
        <pc:spChg chg="mod">
          <ac:chgData name="Mattéo TREMISI" userId="e344fc52-7e33-4822-85ed-50fd192645c1" providerId="ADAL" clId="{921FD83F-E93C-4172-927C-39516FB4C889}" dt="2026-09-03T22:42:15.684" v="22" actId="20577"/>
          <ac:spMkLst>
            <pc:docMk/>
            <pc:sldMk cId="0" sldId="261"/>
            <ac:spMk id="929"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3"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4" creationId="{00000000-0000-0000-0000-000000000000}"/>
          </ac:spMkLst>
        </pc:spChg>
        <pc:picChg chg="add mod">
          <ac:chgData name="Mattéo TREMISI" userId="e344fc52-7e33-4822-85ed-50fd192645c1" providerId="ADAL" clId="{921FD83F-E93C-4172-927C-39516FB4C889}" dt="2026-09-03T22:42:28.424" v="25" actId="14100"/>
          <ac:picMkLst>
            <pc:docMk/>
            <pc:sldMk cId="0" sldId="261"/>
            <ac:picMk id="5" creationId="{1CA7F634-FE8B-50A7-502C-CCBC6CAD6A0C}"/>
          </ac:picMkLst>
        </pc:picChg>
        <pc:picChg chg="add mod">
          <ac:chgData name="Mattéo TREMISI" userId="e344fc52-7e33-4822-85ed-50fd192645c1" providerId="ADAL" clId="{921FD83F-E93C-4172-927C-39516FB4C889}" dt="2026-09-03T22:42:28.424" v="25" actId="14100"/>
          <ac:picMkLst>
            <pc:docMk/>
            <pc:sldMk cId="0" sldId="261"/>
            <ac:picMk id="7" creationId="{A242CBB6-EF5A-7D9D-C8C7-361E5DBE06B3}"/>
          </ac:picMkLst>
        </pc:picChg>
      </pc:sldChg>
      <pc:sldChg chg="delSp modSp mod">
        <pc:chgData name="Mattéo TREMISI" userId="e344fc52-7e33-4822-85ed-50fd192645c1" providerId="ADAL" clId="{921FD83F-E93C-4172-927C-39516FB4C889}" dt="2026-09-03T22:59:41.993" v="813"/>
        <pc:sldMkLst>
          <pc:docMk/>
          <pc:sldMk cId="0" sldId="262"/>
        </pc:sldMkLst>
        <pc:spChg chg="mod">
          <ac:chgData name="Mattéo TREMISI" userId="e344fc52-7e33-4822-85ed-50fd192645c1" providerId="ADAL" clId="{921FD83F-E93C-4172-927C-39516FB4C889}" dt="2026-09-03T22:43:27.471" v="95" actId="20577"/>
          <ac:spMkLst>
            <pc:docMk/>
            <pc:sldMk cId="0" sldId="262"/>
            <ac:spMk id="3" creationId="{00000000-0000-0000-0000-000000000000}"/>
          </ac:spMkLst>
        </pc:spChg>
        <pc:spChg chg="mod ord">
          <ac:chgData name="Mattéo TREMISI" userId="e344fc52-7e33-4822-85ed-50fd192645c1" providerId="ADAL" clId="{921FD83F-E93C-4172-927C-39516FB4C889}" dt="2026-09-03T22:59:41.993" v="813"/>
          <ac:spMkLst>
            <pc:docMk/>
            <pc:sldMk cId="0" sldId="262"/>
            <ac:spMk id="900" creationId="{00000000-0000-0000-0000-000000000000}"/>
          </ac:spMkLst>
        </pc:spChg>
        <pc:spChg chg="mod">
          <ac:chgData name="Mattéo TREMISI" userId="e344fc52-7e33-4822-85ed-50fd192645c1" providerId="ADAL" clId="{921FD83F-E93C-4172-927C-39516FB4C889}" dt="2026-09-03T22:43:55.565" v="145" actId="122"/>
          <ac:spMkLst>
            <pc:docMk/>
            <pc:sldMk cId="0" sldId="262"/>
            <ac:spMk id="931" creationId="{00000000-0000-0000-0000-000000000000}"/>
          </ac:spMkLst>
        </pc:spChg>
        <pc:spChg chg="mod">
          <ac:chgData name="Mattéo TREMISI" userId="e344fc52-7e33-4822-85ed-50fd192645c1" providerId="ADAL" clId="{921FD83F-E93C-4172-927C-39516FB4C889}" dt="2026-09-03T22:43:52.621" v="144" actId="113"/>
          <ac:spMkLst>
            <pc:docMk/>
            <pc:sldMk cId="0" sldId="262"/>
            <ac:spMk id="932" creationId="{00000000-0000-0000-0000-000000000000}"/>
          </ac:spMkLst>
        </pc:spChg>
      </pc:sldChg>
      <pc:sldChg chg="delSp modSp mod">
        <pc:chgData name="Mattéo TREMISI" userId="e344fc52-7e33-4822-85ed-50fd192645c1" providerId="ADAL" clId="{921FD83F-E93C-4172-927C-39516FB4C889}" dt="2026-09-05T23:16:08.644" v="1073" actId="478"/>
        <pc:sldMkLst>
          <pc:docMk/>
          <pc:sldMk cId="0" sldId="263"/>
        </pc:sldMkLst>
        <pc:spChg chg="mod">
          <ac:chgData name="Mattéo TREMISI" userId="e344fc52-7e33-4822-85ed-50fd192645c1" providerId="ADAL" clId="{921FD83F-E93C-4172-927C-39516FB4C889}" dt="2026-09-03T22:43:41.082" v="140" actId="20577"/>
          <ac:spMkLst>
            <pc:docMk/>
            <pc:sldMk cId="0" sldId="263"/>
            <ac:spMk id="3" creationId="{00000000-0000-0000-0000-000000000000}"/>
          </ac:spMkLst>
        </pc:spChg>
        <pc:spChg chg="mod ord">
          <ac:chgData name="Mattéo TREMISI" userId="e344fc52-7e33-4822-85ed-50fd192645c1" providerId="ADAL" clId="{921FD83F-E93C-4172-927C-39516FB4C889}" dt="2026-09-03T22:59:41.999" v="814"/>
          <ac:spMkLst>
            <pc:docMk/>
            <pc:sldMk cId="0" sldId="263"/>
            <ac:spMk id="900"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2"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3" creationId="{00000000-0000-0000-0000-000000000000}"/>
          </ac:spMkLst>
        </pc:spChg>
      </pc:sldChg>
      <pc:sldChg chg="delSp modSp mod">
        <pc:chgData name="Mattéo TREMISI" userId="e344fc52-7e33-4822-85ed-50fd192645c1" providerId="ADAL" clId="{921FD83F-E93C-4172-927C-39516FB4C889}" dt="2026-09-06T09:04:21.341" v="1207" actId="478"/>
        <pc:sldMkLst>
          <pc:docMk/>
          <pc:sldMk cId="0" sldId="264"/>
        </pc:sldMkLst>
        <pc:spChg chg="del">
          <ac:chgData name="Mattéo TREMISI" userId="e344fc52-7e33-4822-85ed-50fd192645c1" providerId="ADAL" clId="{921FD83F-E93C-4172-927C-39516FB4C889}" dt="2026-09-06T09:04:21.341" v="1207" actId="478"/>
          <ac:spMkLst>
            <pc:docMk/>
            <pc:sldMk cId="0" sldId="264"/>
            <ac:spMk id="5" creationId="{00000000-0000-0000-0000-000000000000}"/>
          </ac:spMkLst>
        </pc:spChg>
        <pc:spChg chg="mod ord">
          <ac:chgData name="Mattéo TREMISI" userId="e344fc52-7e33-4822-85ed-50fd192645c1" providerId="ADAL" clId="{921FD83F-E93C-4172-927C-39516FB4C889}" dt="2026-09-03T23:01:37.135" v="889"/>
          <ac:spMkLst>
            <pc:docMk/>
            <pc:sldMk cId="0" sldId="264"/>
            <ac:spMk id="900" creationId="{00000000-0000-0000-0000-000000000000}"/>
          </ac:spMkLst>
        </pc:spChg>
      </pc:sldChg>
      <pc:sldChg chg="modSp mod">
        <pc:chgData name="Mattéo TREMISI" userId="e344fc52-7e33-4822-85ed-50fd192645c1" providerId="ADAL" clId="{921FD83F-E93C-4172-927C-39516FB4C889}" dt="2026-09-03T22:59:42.013" v="816"/>
        <pc:sldMkLst>
          <pc:docMk/>
          <pc:sldMk cId="1646539252" sldId="265"/>
        </pc:sldMkLst>
        <pc:spChg chg="mod">
          <ac:chgData name="Mattéo TREMISI" userId="e344fc52-7e33-4822-85ed-50fd192645c1" providerId="ADAL" clId="{921FD83F-E93C-4172-927C-39516FB4C889}" dt="2026-09-03T22:44:30.050" v="149" actId="20577"/>
          <ac:spMkLst>
            <pc:docMk/>
            <pc:sldMk cId="1646539252" sldId="265"/>
            <ac:spMk id="2" creationId="{00000000-0000-0000-0000-000000000000}"/>
          </ac:spMkLst>
        </pc:spChg>
        <pc:spChg chg="mod">
          <ac:chgData name="Mattéo TREMISI" userId="e344fc52-7e33-4822-85ed-50fd192645c1" providerId="ADAL" clId="{921FD83F-E93C-4172-927C-39516FB4C889}" dt="2026-09-03T22:44:42.332" v="157" actId="20577"/>
          <ac:spMkLst>
            <pc:docMk/>
            <pc:sldMk cId="1646539252" sldId="265"/>
            <ac:spMk id="10" creationId="{00000000-0000-0000-0000-000000000000}"/>
          </ac:spMkLst>
        </pc:spChg>
        <pc:spChg chg="mod">
          <ac:chgData name="Mattéo TREMISI" userId="e344fc52-7e33-4822-85ed-50fd192645c1" providerId="ADAL" clId="{921FD83F-E93C-4172-927C-39516FB4C889}" dt="2026-09-03T22:45:24.907" v="331" actId="20577"/>
          <ac:spMkLst>
            <pc:docMk/>
            <pc:sldMk cId="1646539252" sldId="265"/>
            <ac:spMk id="14" creationId="{00000000-0000-0000-0000-000000000000}"/>
          </ac:spMkLst>
        </pc:spChg>
        <pc:spChg chg="mod ord">
          <ac:chgData name="Mattéo TREMISI" userId="e344fc52-7e33-4822-85ed-50fd192645c1" providerId="ADAL" clId="{921FD83F-E93C-4172-927C-39516FB4C889}" dt="2026-09-03T22:59:42.013" v="816"/>
          <ac:spMkLst>
            <pc:docMk/>
            <pc:sldMk cId="1646539252" sldId="265"/>
            <ac:spMk id="900" creationId="{00000000-0000-0000-0000-000000000000}"/>
          </ac:spMkLst>
        </pc:spChg>
      </pc:sldChg>
      <pc:sldChg chg="modSp mod">
        <pc:chgData name="Mattéo TREMISI" userId="e344fc52-7e33-4822-85ed-50fd192645c1" providerId="ADAL" clId="{921FD83F-E93C-4172-927C-39516FB4C889}" dt="2026-09-05T23:17:49.107" v="1085" actId="20577"/>
        <pc:sldMkLst>
          <pc:docMk/>
          <pc:sldMk cId="0" sldId="266"/>
        </pc:sldMkLst>
        <pc:spChg chg="mod">
          <ac:chgData name="Mattéo TREMISI" userId="e344fc52-7e33-4822-85ed-50fd192645c1" providerId="ADAL" clId="{921FD83F-E93C-4172-927C-39516FB4C889}" dt="2026-09-05T23:17:49.107" v="1085" actId="20577"/>
          <ac:spMkLst>
            <pc:docMk/>
            <pc:sldMk cId="0" sldId="266"/>
            <ac:spMk id="11" creationId="{00000000-0000-0000-0000-000000000000}"/>
          </ac:spMkLst>
        </pc:spChg>
        <pc:spChg chg="mod ord">
          <ac:chgData name="Mattéo TREMISI" userId="e344fc52-7e33-4822-85ed-50fd192645c1" providerId="ADAL" clId="{921FD83F-E93C-4172-927C-39516FB4C889}" dt="2026-09-03T23:01:37.151" v="890"/>
          <ac:spMkLst>
            <pc:docMk/>
            <pc:sldMk cId="0" sldId="266"/>
            <ac:spMk id="900" creationId="{00000000-0000-0000-0000-000000000000}"/>
          </ac:spMkLst>
        </pc:spChg>
      </pc:sldChg>
      <pc:sldChg chg="modSp mod">
        <pc:chgData name="Mattéo TREMISI" userId="e344fc52-7e33-4822-85ed-50fd192645c1" providerId="ADAL" clId="{921FD83F-E93C-4172-927C-39516FB4C889}" dt="2026-09-03T23:01:37.163" v="891"/>
        <pc:sldMkLst>
          <pc:docMk/>
          <pc:sldMk cId="0" sldId="267"/>
        </pc:sldMkLst>
        <pc:spChg chg="mod ord">
          <ac:chgData name="Mattéo TREMISI" userId="e344fc52-7e33-4822-85ed-50fd192645c1" providerId="ADAL" clId="{921FD83F-E93C-4172-927C-39516FB4C889}" dt="2026-09-03T23:01:37.163" v="891"/>
          <ac:spMkLst>
            <pc:docMk/>
            <pc:sldMk cId="0" sldId="267"/>
            <ac:spMk id="900" creationId="{00000000-0000-0000-0000-000000000000}"/>
          </ac:spMkLst>
        </pc:spChg>
      </pc:sldChg>
      <pc:sldChg chg="modSp mod">
        <pc:chgData name="Mattéo TREMISI" userId="e344fc52-7e33-4822-85ed-50fd192645c1" providerId="ADAL" clId="{921FD83F-E93C-4172-927C-39516FB4C889}" dt="2026-09-03T22:59:42.031" v="819"/>
        <pc:sldMkLst>
          <pc:docMk/>
          <pc:sldMk cId="0" sldId="268"/>
        </pc:sldMkLst>
        <pc:spChg chg="mod">
          <ac:chgData name="Mattéo TREMISI" userId="e344fc52-7e33-4822-85ed-50fd192645c1" providerId="ADAL" clId="{921FD83F-E93C-4172-927C-39516FB4C889}" dt="2026-09-03T22:45:55.018" v="332" actId="207"/>
          <ac:spMkLst>
            <pc:docMk/>
            <pc:sldMk cId="0" sldId="268"/>
            <ac:spMk id="20" creationId="{00000000-0000-0000-0000-000000000000}"/>
          </ac:spMkLst>
        </pc:spChg>
        <pc:spChg chg="mod">
          <ac:chgData name="Mattéo TREMISI" userId="e344fc52-7e33-4822-85ed-50fd192645c1" providerId="ADAL" clId="{921FD83F-E93C-4172-927C-39516FB4C889}" dt="2026-09-03T22:46:00.615" v="333" actId="114"/>
          <ac:spMkLst>
            <pc:docMk/>
            <pc:sldMk cId="0" sldId="268"/>
            <ac:spMk id="21" creationId="{00000000-0000-0000-0000-000000000000}"/>
          </ac:spMkLst>
        </pc:spChg>
        <pc:spChg chg="mod ord">
          <ac:chgData name="Mattéo TREMISI" userId="e344fc52-7e33-4822-85ed-50fd192645c1" providerId="ADAL" clId="{921FD83F-E93C-4172-927C-39516FB4C889}" dt="2026-09-03T22:59:42.031" v="819"/>
          <ac:spMkLst>
            <pc:docMk/>
            <pc:sldMk cId="0" sldId="268"/>
            <ac:spMk id="900" creationId="{00000000-0000-0000-0000-000000000000}"/>
          </ac:spMkLst>
        </pc:spChg>
      </pc:sldChg>
      <pc:sldChg chg="delSp modSp mod modNotesTx">
        <pc:chgData name="Mattéo TREMISI" userId="e344fc52-7e33-4822-85ed-50fd192645c1" providerId="ADAL" clId="{921FD83F-E93C-4172-927C-39516FB4C889}" dt="2026-09-03T22:59:42.038" v="820"/>
        <pc:sldMkLst>
          <pc:docMk/>
          <pc:sldMk cId="0" sldId="269"/>
        </pc:sldMkLst>
        <pc:spChg chg="mod">
          <ac:chgData name="Mattéo TREMISI" userId="e344fc52-7e33-4822-85ed-50fd192645c1" providerId="ADAL" clId="{921FD83F-E93C-4172-927C-39516FB4C889}" dt="2026-09-03T22:57:09.781" v="714" actId="20577"/>
          <ac:spMkLst>
            <pc:docMk/>
            <pc:sldMk cId="0" sldId="269"/>
            <ac:spMk id="6" creationId="{00000000-0000-0000-0000-000000000000}"/>
          </ac:spMkLst>
        </pc:spChg>
        <pc:spChg chg="mod ord">
          <ac:chgData name="Mattéo TREMISI" userId="e344fc52-7e33-4822-85ed-50fd192645c1" providerId="ADAL" clId="{921FD83F-E93C-4172-927C-39516FB4C889}" dt="2026-09-03T22:59:42.038" v="820"/>
          <ac:spMkLst>
            <pc:docMk/>
            <pc:sldMk cId="0" sldId="269"/>
            <ac:spMk id="900" creationId="{00000000-0000-0000-0000-000000000000}"/>
          </ac:spMkLst>
        </pc:spChg>
        <pc:graphicFrameChg chg="modGraphic">
          <ac:chgData name="Mattéo TREMISI" userId="e344fc52-7e33-4822-85ed-50fd192645c1" providerId="ADAL" clId="{921FD83F-E93C-4172-927C-39516FB4C889}" dt="2026-09-03T22:55:40.344" v="691" actId="20577"/>
          <ac:graphicFrameMkLst>
            <pc:docMk/>
            <pc:sldMk cId="0" sldId="269"/>
            <ac:graphicFrameMk id="11" creationId="{00000000-0000-0000-0000-000000000000}"/>
          </ac:graphicFrameMkLst>
        </pc:graphicFrameChg>
      </pc:sldChg>
      <pc:sldChg chg="modSp mod">
        <pc:chgData name="Mattéo TREMISI" userId="e344fc52-7e33-4822-85ed-50fd192645c1" providerId="ADAL" clId="{921FD83F-E93C-4172-927C-39516FB4C889}" dt="2026-09-03T23:01:37.175" v="892"/>
        <pc:sldMkLst>
          <pc:docMk/>
          <pc:sldMk cId="491136747" sldId="270"/>
        </pc:sldMkLst>
        <pc:spChg chg="mod ord">
          <ac:chgData name="Mattéo TREMISI" userId="e344fc52-7e33-4822-85ed-50fd192645c1" providerId="ADAL" clId="{921FD83F-E93C-4172-927C-39516FB4C889}" dt="2026-09-03T23:01:37.175" v="892"/>
          <ac:spMkLst>
            <pc:docMk/>
            <pc:sldMk cId="491136747" sldId="270"/>
            <ac:spMk id="900" creationId="{00000000-0000-0000-0000-000000000000}"/>
          </ac:spMkLst>
        </pc:spChg>
      </pc:sldChg>
      <pc:sldChg chg="delSp modSp mod">
        <pc:chgData name="Mattéo TREMISI" userId="e344fc52-7e33-4822-85ed-50fd192645c1" providerId="ADAL" clId="{921FD83F-E93C-4172-927C-39516FB4C889}" dt="2026-09-07T10:03:35.482" v="2391" actId="478"/>
        <pc:sldMkLst>
          <pc:docMk/>
          <pc:sldMk cId="0" sldId="271"/>
        </pc:sldMkLst>
        <pc:spChg chg="mod ord">
          <ac:chgData name="Mattéo TREMISI" userId="e344fc52-7e33-4822-85ed-50fd192645c1" providerId="ADAL" clId="{921FD83F-E93C-4172-927C-39516FB4C889}" dt="2026-09-03T22:59:42.049" v="822"/>
          <ac:spMkLst>
            <pc:docMk/>
            <pc:sldMk cId="0" sldId="271"/>
            <ac:spMk id="900" creationId="{00000000-0000-0000-0000-000000000000}"/>
          </ac:spMkLst>
        </pc:spChg>
        <pc:spChg chg="mod">
          <ac:chgData name="Mattéo TREMISI" userId="e344fc52-7e33-4822-85ed-50fd192645c1" providerId="ADAL" clId="{921FD83F-E93C-4172-927C-39516FB4C889}" dt="2026-09-07T10:03:02.947" v="2390" actId="6549"/>
          <ac:spMkLst>
            <pc:docMk/>
            <pc:sldMk cId="0" sldId="271"/>
            <ac:spMk id="937" creationId="{00000000-0000-0000-0000-000000000000}"/>
          </ac:spMkLst>
        </pc:spChg>
        <pc:spChg chg="mod">
          <ac:chgData name="Mattéo TREMISI" userId="e344fc52-7e33-4822-85ed-50fd192645c1" providerId="ADAL" clId="{921FD83F-E93C-4172-927C-39516FB4C889}" dt="2026-09-05T23:36:25.132" v="1172" actId="313"/>
          <ac:spMkLst>
            <pc:docMk/>
            <pc:sldMk cId="0" sldId="271"/>
            <ac:spMk id="938"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39"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0"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1"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2"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3" creationId="{00000000-0000-0000-0000-000000000000}"/>
          </ac:spMkLst>
        </pc:spChg>
      </pc:sldChg>
      <pc:sldChg chg="addSp delSp modSp mod">
        <pc:chgData name="Mattéo TREMISI" userId="e344fc52-7e33-4822-85ed-50fd192645c1" providerId="ADAL" clId="{921FD83F-E93C-4172-927C-39516FB4C889}" dt="2026-09-07T10:02:52.333" v="2382"/>
        <pc:sldMkLst>
          <pc:docMk/>
          <pc:sldMk cId="0" sldId="272"/>
        </pc:sldMkLst>
        <pc:spChg chg="mod">
          <ac:chgData name="Mattéo TREMISI" userId="e344fc52-7e33-4822-85ed-50fd192645c1" providerId="ADAL" clId="{921FD83F-E93C-4172-927C-39516FB4C889}" dt="2026-09-07T10:01:56.179" v="2379" actId="1076"/>
          <ac:spMkLst>
            <pc:docMk/>
            <pc:sldMk cId="0" sldId="272"/>
            <ac:spMk id="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0" creationId="{00000000-0000-0000-0000-000000000000}"/>
          </ac:spMkLst>
        </pc:spChg>
        <pc:spChg chg="mod">
          <ac:chgData name="Mattéo TREMISI" userId="e344fc52-7e33-4822-85ed-50fd192645c1" providerId="ADAL" clId="{921FD83F-E93C-4172-927C-39516FB4C889}" dt="2026-09-05T23:30:46.865" v="1122" actId="1076"/>
          <ac:spMkLst>
            <pc:docMk/>
            <pc:sldMk cId="0" sldId="272"/>
            <ac:spMk id="1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3"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4"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7"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8" creationId="{00000000-0000-0000-0000-000000000000}"/>
          </ac:spMkLst>
        </pc:spChg>
        <pc:spChg chg="mod">
          <ac:chgData name="Mattéo TREMISI" userId="e344fc52-7e33-4822-85ed-50fd192645c1" providerId="ADAL" clId="{921FD83F-E93C-4172-927C-39516FB4C889}" dt="2026-09-07T10:01:45.584" v="2378" actId="1076"/>
          <ac:spMkLst>
            <pc:docMk/>
            <pc:sldMk cId="0" sldId="272"/>
            <ac:spMk id="2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2"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5" creationId="{00000000-0000-0000-0000-000000000000}"/>
          </ac:spMkLst>
        </pc:spChg>
        <pc:spChg chg="mod">
          <ac:chgData name="Mattéo TREMISI" userId="e344fc52-7e33-4822-85ed-50fd192645c1" providerId="ADAL" clId="{921FD83F-E93C-4172-927C-39516FB4C889}" dt="2026-09-05T23:31:42.122" v="1129" actId="403"/>
          <ac:spMkLst>
            <pc:docMk/>
            <pc:sldMk cId="0" sldId="272"/>
            <ac:spMk id="26"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30"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4"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6"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8" creationId="{00000000-0000-0000-0000-000000000000}"/>
          </ac:spMkLst>
        </pc:spChg>
        <pc:spChg chg="add del mod">
          <ac:chgData name="Mattéo TREMISI" userId="e344fc52-7e33-4822-85ed-50fd192645c1" providerId="ADAL" clId="{921FD83F-E93C-4172-927C-39516FB4C889}" dt="2026-09-07T10:02:52.333" v="2382"/>
          <ac:spMkLst>
            <pc:docMk/>
            <pc:sldMk cId="0" sldId="272"/>
            <ac:spMk id="41" creationId="{C161ADDE-2DFD-9832-FE2F-1E7015F08BA7}"/>
          </ac:spMkLst>
        </pc:spChg>
        <pc:spChg chg="mod ord">
          <ac:chgData name="Mattéo TREMISI" userId="e344fc52-7e33-4822-85ed-50fd192645c1" providerId="ADAL" clId="{921FD83F-E93C-4172-927C-39516FB4C889}" dt="2026-09-03T22:59:42.055" v="823"/>
          <ac:spMkLst>
            <pc:docMk/>
            <pc:sldMk cId="0" sldId="272"/>
            <ac:spMk id="900" creationId="{00000000-0000-0000-0000-000000000000}"/>
          </ac:spMkLst>
        </pc:spChg>
      </pc:sldChg>
      <pc:sldChg chg="delSp modSp mod">
        <pc:chgData name="Mattéo TREMISI" userId="e344fc52-7e33-4822-85ed-50fd192645c1" providerId="ADAL" clId="{921FD83F-E93C-4172-927C-39516FB4C889}" dt="2026-09-06T09:04:29.294" v="1208" actId="478"/>
        <pc:sldMkLst>
          <pc:docMk/>
          <pc:sldMk cId="0" sldId="273"/>
        </pc:sldMkLst>
        <pc:spChg chg="del">
          <ac:chgData name="Mattéo TREMISI" userId="e344fc52-7e33-4822-85ed-50fd192645c1" providerId="ADAL" clId="{921FD83F-E93C-4172-927C-39516FB4C889}" dt="2026-09-06T09:04:29.294" v="1208" actId="478"/>
          <ac:spMkLst>
            <pc:docMk/>
            <pc:sldMk cId="0" sldId="273"/>
            <ac:spMk id="5" creationId="{00000000-0000-0000-0000-000000000000}"/>
          </ac:spMkLst>
        </pc:spChg>
        <pc:spChg chg="mod ord">
          <ac:chgData name="Mattéo TREMISI" userId="e344fc52-7e33-4822-85ed-50fd192645c1" providerId="ADAL" clId="{921FD83F-E93C-4172-927C-39516FB4C889}" dt="2026-09-03T23:01:37.183" v="893"/>
          <ac:spMkLst>
            <pc:docMk/>
            <pc:sldMk cId="0" sldId="273"/>
            <ac:spMk id="900" creationId="{00000000-0000-0000-0000-000000000000}"/>
          </ac:spMkLst>
        </pc:spChg>
      </pc:sldChg>
      <pc:sldChg chg="modSp mod">
        <pc:chgData name="Mattéo TREMISI" userId="e344fc52-7e33-4822-85ed-50fd192645c1" providerId="ADAL" clId="{921FD83F-E93C-4172-927C-39516FB4C889}" dt="2026-09-03T22:59:42.071" v="825"/>
        <pc:sldMkLst>
          <pc:docMk/>
          <pc:sldMk cId="0" sldId="274"/>
        </pc:sldMkLst>
        <pc:spChg chg="mod ord">
          <ac:chgData name="Mattéo TREMISI" userId="e344fc52-7e33-4822-85ed-50fd192645c1" providerId="ADAL" clId="{921FD83F-E93C-4172-927C-39516FB4C889}" dt="2026-09-03T22:59:42.071" v="825"/>
          <ac:spMkLst>
            <pc:docMk/>
            <pc:sldMk cId="0" sldId="274"/>
            <ac:spMk id="900" creationId="{00000000-0000-0000-0000-000000000000}"/>
          </ac:spMkLst>
        </pc:spChg>
      </pc:sldChg>
      <pc:sldChg chg="modSp mod">
        <pc:chgData name="Mattéo TREMISI" userId="e344fc52-7e33-4822-85ed-50fd192645c1" providerId="ADAL" clId="{921FD83F-E93C-4172-927C-39516FB4C889}" dt="2026-09-03T23:00:47.919" v="887" actId="14100"/>
        <pc:sldMkLst>
          <pc:docMk/>
          <pc:sldMk cId="0" sldId="275"/>
        </pc:sldMkLst>
        <pc:spChg chg="mod">
          <ac:chgData name="Mattéo TREMISI" userId="e344fc52-7e33-4822-85ed-50fd192645c1" providerId="ADAL" clId="{921FD83F-E93C-4172-927C-39516FB4C889}" dt="2026-09-03T23:00:47.919" v="887" actId="14100"/>
          <ac:spMkLst>
            <pc:docMk/>
            <pc:sldMk cId="0" sldId="275"/>
            <ac:spMk id="18" creationId="{C0CB03E1-D7D5-83A2-0D9F-2EE6818C0F43}"/>
          </ac:spMkLst>
        </pc:spChg>
        <pc:spChg chg="mod ord">
          <ac:chgData name="Mattéo TREMISI" userId="e344fc52-7e33-4822-85ed-50fd192645c1" providerId="ADAL" clId="{921FD83F-E93C-4172-927C-39516FB4C889}" dt="2026-09-03T22:59:42.077" v="826"/>
          <ac:spMkLst>
            <pc:docMk/>
            <pc:sldMk cId="0" sldId="275"/>
            <ac:spMk id="900" creationId="{00000000-0000-0000-0000-000000000000}"/>
          </ac:spMkLst>
        </pc:spChg>
        <pc:graphicFrameChg chg="modGraphic">
          <ac:chgData name="Mattéo TREMISI" userId="e344fc52-7e33-4822-85ed-50fd192645c1" providerId="ADAL" clId="{921FD83F-E93C-4172-927C-39516FB4C889}" dt="2026-09-03T22:59:33.525" v="807" actId="20577"/>
          <ac:graphicFrameMkLst>
            <pc:docMk/>
            <pc:sldMk cId="0" sldId="275"/>
            <ac:graphicFrameMk id="15" creationId="{00000000-0000-0000-0000-000000000000}"/>
          </ac:graphicFrameMkLst>
        </pc:graphicFrameChg>
      </pc:sldChg>
      <pc:sldChg chg="modSp mod">
        <pc:chgData name="Mattéo TREMISI" userId="e344fc52-7e33-4822-85ed-50fd192645c1" providerId="ADAL" clId="{921FD83F-E93C-4172-927C-39516FB4C889}" dt="2026-09-05T23:28:18.967" v="1092" actId="20577"/>
        <pc:sldMkLst>
          <pc:docMk/>
          <pc:sldMk cId="0" sldId="276"/>
        </pc:sldMkLst>
        <pc:spChg chg="mod">
          <ac:chgData name="Mattéo TREMISI" userId="e344fc52-7e33-4822-85ed-50fd192645c1" providerId="ADAL" clId="{921FD83F-E93C-4172-927C-39516FB4C889}" dt="2026-09-05T23:28:18.967" v="1092" actId="20577"/>
          <ac:spMkLst>
            <pc:docMk/>
            <pc:sldMk cId="0" sldId="276"/>
            <ac:spMk id="24" creationId="{00000000-0000-0000-0000-000000000000}"/>
          </ac:spMkLst>
        </pc:spChg>
        <pc:spChg chg="mod ord">
          <ac:chgData name="Mattéo TREMISI" userId="e344fc52-7e33-4822-85ed-50fd192645c1" providerId="ADAL" clId="{921FD83F-E93C-4172-927C-39516FB4C889}" dt="2026-09-03T22:59:42.089" v="827"/>
          <ac:spMkLst>
            <pc:docMk/>
            <pc:sldMk cId="0" sldId="276"/>
            <ac:spMk id="900" creationId="{00000000-0000-0000-0000-000000000000}"/>
          </ac:spMkLst>
        </pc:spChg>
      </pc:sldChg>
      <pc:sldChg chg="modSp mod">
        <pc:chgData name="Mattéo TREMISI" userId="e344fc52-7e33-4822-85ed-50fd192645c1" providerId="ADAL" clId="{921FD83F-E93C-4172-927C-39516FB4C889}" dt="2026-09-03T22:59:42.096" v="828"/>
        <pc:sldMkLst>
          <pc:docMk/>
          <pc:sldMk cId="0" sldId="277"/>
        </pc:sldMkLst>
        <pc:spChg chg="mod ord">
          <ac:chgData name="Mattéo TREMISI" userId="e344fc52-7e33-4822-85ed-50fd192645c1" providerId="ADAL" clId="{921FD83F-E93C-4172-927C-39516FB4C889}" dt="2026-09-03T22:59:42.096" v="828"/>
          <ac:spMkLst>
            <pc:docMk/>
            <pc:sldMk cId="0" sldId="277"/>
            <ac:spMk id="900" creationId="{00000000-0000-0000-0000-000000000000}"/>
          </ac:spMkLst>
        </pc:spChg>
      </pc:sldChg>
      <pc:sldChg chg="modSp mod">
        <pc:chgData name="Mattéo TREMISI" userId="e344fc52-7e33-4822-85ed-50fd192645c1" providerId="ADAL" clId="{921FD83F-E93C-4172-927C-39516FB4C889}" dt="2026-09-05T23:28:59.263" v="1119" actId="20577"/>
        <pc:sldMkLst>
          <pc:docMk/>
          <pc:sldMk cId="0" sldId="278"/>
        </pc:sldMkLst>
        <pc:spChg chg="mod">
          <ac:chgData name="Mattéo TREMISI" userId="e344fc52-7e33-4822-85ed-50fd192645c1" providerId="ADAL" clId="{921FD83F-E93C-4172-927C-39516FB4C889}" dt="2026-09-05T23:28:59.263" v="1119" actId="20577"/>
          <ac:spMkLst>
            <pc:docMk/>
            <pc:sldMk cId="0" sldId="278"/>
            <ac:spMk id="40" creationId="{00000000-0000-0000-0000-000000000000}"/>
          </ac:spMkLst>
        </pc:spChg>
        <pc:spChg chg="mod ord">
          <ac:chgData name="Mattéo TREMISI" userId="e344fc52-7e33-4822-85ed-50fd192645c1" providerId="ADAL" clId="{921FD83F-E93C-4172-927C-39516FB4C889}" dt="2026-09-03T22:59:42.101" v="829"/>
          <ac:spMkLst>
            <pc:docMk/>
            <pc:sldMk cId="0" sldId="278"/>
            <ac:spMk id="900" creationId="{00000000-0000-0000-0000-000000000000}"/>
          </ac:spMkLst>
        </pc:spChg>
      </pc:sldChg>
      <pc:sldChg chg="modSp mod">
        <pc:chgData name="Mattéo TREMISI" userId="e344fc52-7e33-4822-85ed-50fd192645c1" providerId="ADAL" clId="{921FD83F-E93C-4172-927C-39516FB4C889}" dt="2026-09-06T09:18:18.311" v="1267" actId="20577"/>
        <pc:sldMkLst>
          <pc:docMk/>
          <pc:sldMk cId="0" sldId="279"/>
        </pc:sldMkLst>
        <pc:spChg chg="mod ord">
          <ac:chgData name="Mattéo TREMISI" userId="e344fc52-7e33-4822-85ed-50fd192645c1" providerId="ADAL" clId="{921FD83F-E93C-4172-927C-39516FB4C889}" dt="2026-09-03T22:59:42.119" v="830"/>
          <ac:spMkLst>
            <pc:docMk/>
            <pc:sldMk cId="0" sldId="279"/>
            <ac:spMk id="900" creationId="{00000000-0000-0000-0000-000000000000}"/>
          </ac:spMkLst>
        </pc:spChg>
        <pc:graphicFrameChg chg="mod modGraphic">
          <ac:chgData name="Mattéo TREMISI" userId="e344fc52-7e33-4822-85ed-50fd192645c1" providerId="ADAL" clId="{921FD83F-E93C-4172-927C-39516FB4C889}" dt="2026-09-06T09:18:18.311" v="1267" actId="20577"/>
          <ac:graphicFrameMkLst>
            <pc:docMk/>
            <pc:sldMk cId="0" sldId="279"/>
            <ac:graphicFrameMk id="4" creationId="{00000000-0000-0000-0000-000000000000}"/>
          </ac:graphicFrameMkLst>
        </pc:graphicFrameChg>
      </pc:sldChg>
      <pc:sldChg chg="delSp modSp mod">
        <pc:chgData name="Mattéo TREMISI" userId="e344fc52-7e33-4822-85ed-50fd192645c1" providerId="ADAL" clId="{921FD83F-E93C-4172-927C-39516FB4C889}" dt="2026-09-06T09:04:31.900" v="1209" actId="478"/>
        <pc:sldMkLst>
          <pc:docMk/>
          <pc:sldMk cId="0" sldId="280"/>
        </pc:sldMkLst>
        <pc:spChg chg="del">
          <ac:chgData name="Mattéo TREMISI" userId="e344fc52-7e33-4822-85ed-50fd192645c1" providerId="ADAL" clId="{921FD83F-E93C-4172-927C-39516FB4C889}" dt="2026-09-06T09:04:31.900" v="1209" actId="478"/>
          <ac:spMkLst>
            <pc:docMk/>
            <pc:sldMk cId="0" sldId="280"/>
            <ac:spMk id="5" creationId="{00000000-0000-0000-0000-000000000000}"/>
          </ac:spMkLst>
        </pc:spChg>
        <pc:spChg chg="mod ord">
          <ac:chgData name="Mattéo TREMISI" userId="e344fc52-7e33-4822-85ed-50fd192645c1" providerId="ADAL" clId="{921FD83F-E93C-4172-927C-39516FB4C889}" dt="2026-09-03T23:01:37.194" v="894"/>
          <ac:spMkLst>
            <pc:docMk/>
            <pc:sldMk cId="0" sldId="280"/>
            <ac:spMk id="900" creationId="{00000000-0000-0000-0000-000000000000}"/>
          </ac:spMkLst>
        </pc:spChg>
      </pc:sldChg>
      <pc:sldChg chg="modSp mod">
        <pc:chgData name="Mattéo TREMISI" userId="e344fc52-7e33-4822-85ed-50fd192645c1" providerId="ADAL" clId="{921FD83F-E93C-4172-927C-39516FB4C889}" dt="2026-09-03T22:59:42.135" v="832"/>
        <pc:sldMkLst>
          <pc:docMk/>
          <pc:sldMk cId="0" sldId="281"/>
        </pc:sldMkLst>
        <pc:spChg chg="mod ord">
          <ac:chgData name="Mattéo TREMISI" userId="e344fc52-7e33-4822-85ed-50fd192645c1" providerId="ADAL" clId="{921FD83F-E93C-4172-927C-39516FB4C889}" dt="2026-09-03T22:59:42.135" v="832"/>
          <ac:spMkLst>
            <pc:docMk/>
            <pc:sldMk cId="0" sldId="281"/>
            <ac:spMk id="900" creationId="{00000000-0000-0000-0000-000000000000}"/>
          </ac:spMkLst>
        </pc:spChg>
      </pc:sldChg>
      <pc:sldChg chg="modSp mod">
        <pc:chgData name="Mattéo TREMISI" userId="e344fc52-7e33-4822-85ed-50fd192645c1" providerId="ADAL" clId="{921FD83F-E93C-4172-927C-39516FB4C889}" dt="2026-09-03T22:59:42.142" v="833"/>
        <pc:sldMkLst>
          <pc:docMk/>
          <pc:sldMk cId="0" sldId="282"/>
        </pc:sldMkLst>
        <pc:spChg chg="mod ord">
          <ac:chgData name="Mattéo TREMISI" userId="e344fc52-7e33-4822-85ed-50fd192645c1" providerId="ADAL" clId="{921FD83F-E93C-4172-927C-39516FB4C889}" dt="2026-09-03T22:59:42.142" v="833"/>
          <ac:spMkLst>
            <pc:docMk/>
            <pc:sldMk cId="0" sldId="282"/>
            <ac:spMk id="900" creationId="{00000000-0000-0000-0000-000000000000}"/>
          </ac:spMkLst>
        </pc:spChg>
      </pc:sldChg>
      <pc:sldChg chg="modSp mod">
        <pc:chgData name="Mattéo TREMISI" userId="e344fc52-7e33-4822-85ed-50fd192645c1" providerId="ADAL" clId="{921FD83F-E93C-4172-927C-39516FB4C889}" dt="2026-09-03T22:59:42.147" v="834"/>
        <pc:sldMkLst>
          <pc:docMk/>
          <pc:sldMk cId="0" sldId="283"/>
        </pc:sldMkLst>
        <pc:spChg chg="mod ord">
          <ac:chgData name="Mattéo TREMISI" userId="e344fc52-7e33-4822-85ed-50fd192645c1" providerId="ADAL" clId="{921FD83F-E93C-4172-927C-39516FB4C889}" dt="2026-09-03T22:59:42.147" v="834"/>
          <ac:spMkLst>
            <pc:docMk/>
            <pc:sldMk cId="0" sldId="283"/>
            <ac:spMk id="900" creationId="{00000000-0000-0000-0000-000000000000}"/>
          </ac:spMkLst>
        </pc:spChg>
      </pc:sldChg>
      <pc:sldChg chg="modSp mod">
        <pc:chgData name="Mattéo TREMISI" userId="e344fc52-7e33-4822-85ed-50fd192645c1" providerId="ADAL" clId="{921FD83F-E93C-4172-927C-39516FB4C889}" dt="2026-09-03T22:59:42.155" v="835"/>
        <pc:sldMkLst>
          <pc:docMk/>
          <pc:sldMk cId="0" sldId="284"/>
        </pc:sldMkLst>
        <pc:spChg chg="mod ord">
          <ac:chgData name="Mattéo TREMISI" userId="e344fc52-7e33-4822-85ed-50fd192645c1" providerId="ADAL" clId="{921FD83F-E93C-4172-927C-39516FB4C889}" dt="2026-09-03T22:59:42.155" v="835"/>
          <ac:spMkLst>
            <pc:docMk/>
            <pc:sldMk cId="0" sldId="284"/>
            <ac:spMk id="900" creationId="{00000000-0000-0000-0000-000000000000}"/>
          </ac:spMkLst>
        </pc:spChg>
      </pc:sldChg>
      <pc:sldChg chg="modSp mod">
        <pc:chgData name="Mattéo TREMISI" userId="e344fc52-7e33-4822-85ed-50fd192645c1" providerId="ADAL" clId="{921FD83F-E93C-4172-927C-39516FB4C889}" dt="2026-09-03T22:59:42.161" v="836"/>
        <pc:sldMkLst>
          <pc:docMk/>
          <pc:sldMk cId="0" sldId="285"/>
        </pc:sldMkLst>
        <pc:spChg chg="mod ord">
          <ac:chgData name="Mattéo TREMISI" userId="e344fc52-7e33-4822-85ed-50fd192645c1" providerId="ADAL" clId="{921FD83F-E93C-4172-927C-39516FB4C889}" dt="2026-09-03T22:59:42.161" v="836"/>
          <ac:spMkLst>
            <pc:docMk/>
            <pc:sldMk cId="0" sldId="285"/>
            <ac:spMk id="900" creationId="{00000000-0000-0000-0000-000000000000}"/>
          </ac:spMkLst>
        </pc:spChg>
      </pc:sldChg>
      <pc:sldChg chg="modSp mod">
        <pc:chgData name="Mattéo TREMISI" userId="e344fc52-7e33-4822-85ed-50fd192645c1" providerId="ADAL" clId="{921FD83F-E93C-4172-927C-39516FB4C889}" dt="2026-09-03T22:59:42.166" v="837"/>
        <pc:sldMkLst>
          <pc:docMk/>
          <pc:sldMk cId="0" sldId="286"/>
        </pc:sldMkLst>
        <pc:spChg chg="mod ord">
          <ac:chgData name="Mattéo TREMISI" userId="e344fc52-7e33-4822-85ed-50fd192645c1" providerId="ADAL" clId="{921FD83F-E93C-4172-927C-39516FB4C889}" dt="2026-09-03T22:59:42.166" v="837"/>
          <ac:spMkLst>
            <pc:docMk/>
            <pc:sldMk cId="0" sldId="286"/>
            <ac:spMk id="900" creationId="{00000000-0000-0000-0000-000000000000}"/>
          </ac:spMkLst>
        </pc:spChg>
      </pc:sldChg>
      <pc:sldChg chg="modSp mod">
        <pc:chgData name="Mattéo TREMISI" userId="e344fc52-7e33-4822-85ed-50fd192645c1" providerId="ADAL" clId="{921FD83F-E93C-4172-927C-39516FB4C889}" dt="2026-09-03T22:59:42.173" v="838"/>
        <pc:sldMkLst>
          <pc:docMk/>
          <pc:sldMk cId="0" sldId="287"/>
        </pc:sldMkLst>
        <pc:spChg chg="mod ord">
          <ac:chgData name="Mattéo TREMISI" userId="e344fc52-7e33-4822-85ed-50fd192645c1" providerId="ADAL" clId="{921FD83F-E93C-4172-927C-39516FB4C889}" dt="2026-09-03T22:59:42.173" v="838"/>
          <ac:spMkLst>
            <pc:docMk/>
            <pc:sldMk cId="0" sldId="287"/>
            <ac:spMk id="900" creationId="{00000000-0000-0000-0000-000000000000}"/>
          </ac:spMkLst>
        </pc:spChg>
      </pc:sldChg>
      <pc:sldChg chg="modSp mod">
        <pc:chgData name="Mattéo TREMISI" userId="e344fc52-7e33-4822-85ed-50fd192645c1" providerId="ADAL" clId="{921FD83F-E93C-4172-927C-39516FB4C889}" dt="2026-09-03T22:59:42.180" v="839"/>
        <pc:sldMkLst>
          <pc:docMk/>
          <pc:sldMk cId="0" sldId="288"/>
        </pc:sldMkLst>
        <pc:spChg chg="mod ord">
          <ac:chgData name="Mattéo TREMISI" userId="e344fc52-7e33-4822-85ed-50fd192645c1" providerId="ADAL" clId="{921FD83F-E93C-4172-927C-39516FB4C889}" dt="2026-09-03T22:59:42.180" v="839"/>
          <ac:spMkLst>
            <pc:docMk/>
            <pc:sldMk cId="0" sldId="288"/>
            <ac:spMk id="900" creationId="{00000000-0000-0000-0000-000000000000}"/>
          </ac:spMkLst>
        </pc:spChg>
      </pc:sldChg>
      <pc:sldChg chg="modSp mod">
        <pc:chgData name="Mattéo TREMISI" userId="e344fc52-7e33-4822-85ed-50fd192645c1" providerId="ADAL" clId="{921FD83F-E93C-4172-927C-39516FB4C889}" dt="2026-09-03T22:59:42.186" v="840"/>
        <pc:sldMkLst>
          <pc:docMk/>
          <pc:sldMk cId="0" sldId="289"/>
        </pc:sldMkLst>
        <pc:spChg chg="mod ord">
          <ac:chgData name="Mattéo TREMISI" userId="e344fc52-7e33-4822-85ed-50fd192645c1" providerId="ADAL" clId="{921FD83F-E93C-4172-927C-39516FB4C889}" dt="2026-09-03T22:59:42.186" v="840"/>
          <ac:spMkLst>
            <pc:docMk/>
            <pc:sldMk cId="0" sldId="289"/>
            <ac:spMk id="900" creationId="{00000000-0000-0000-0000-000000000000}"/>
          </ac:spMkLst>
        </pc:spChg>
      </pc:sldChg>
      <pc:sldChg chg="modSp mod">
        <pc:chgData name="Mattéo TREMISI" userId="e344fc52-7e33-4822-85ed-50fd192645c1" providerId="ADAL" clId="{921FD83F-E93C-4172-927C-39516FB4C889}" dt="2026-09-03T23:04:54.617" v="1055" actId="20577"/>
        <pc:sldMkLst>
          <pc:docMk/>
          <pc:sldMk cId="0" sldId="290"/>
        </pc:sldMkLst>
        <pc:spChg chg="mod ord">
          <ac:chgData name="Mattéo TREMISI" userId="e344fc52-7e33-4822-85ed-50fd192645c1" providerId="ADAL" clId="{921FD83F-E93C-4172-927C-39516FB4C889}" dt="2026-09-03T22:59:42.193" v="841"/>
          <ac:spMkLst>
            <pc:docMk/>
            <pc:sldMk cId="0" sldId="290"/>
            <ac:spMk id="900" creationId="{00000000-0000-0000-0000-000000000000}"/>
          </ac:spMkLst>
        </pc:spChg>
        <pc:spChg chg="mod">
          <ac:chgData name="Mattéo TREMISI" userId="e344fc52-7e33-4822-85ed-50fd192645c1" providerId="ADAL" clId="{921FD83F-E93C-4172-927C-39516FB4C889}" dt="2026-09-03T23:04:54.617" v="1055" actId="20577"/>
          <ac:spMkLst>
            <pc:docMk/>
            <pc:sldMk cId="0" sldId="290"/>
            <ac:spMk id="912" creationId="{00000000-0000-0000-0000-000000000000}"/>
          </ac:spMkLst>
        </pc:spChg>
      </pc:sldChg>
      <pc:sldChg chg="delSp modSp mod">
        <pc:chgData name="Mattéo TREMISI" userId="e344fc52-7e33-4822-85ed-50fd192645c1" providerId="ADAL" clId="{921FD83F-E93C-4172-927C-39516FB4C889}" dt="2026-09-06T09:04:35.869" v="1210" actId="478"/>
        <pc:sldMkLst>
          <pc:docMk/>
          <pc:sldMk cId="0" sldId="291"/>
        </pc:sldMkLst>
        <pc:spChg chg="del">
          <ac:chgData name="Mattéo TREMISI" userId="e344fc52-7e33-4822-85ed-50fd192645c1" providerId="ADAL" clId="{921FD83F-E93C-4172-927C-39516FB4C889}" dt="2026-09-06T09:04:35.869" v="1210" actId="478"/>
          <ac:spMkLst>
            <pc:docMk/>
            <pc:sldMk cId="0" sldId="291"/>
            <ac:spMk id="5" creationId="{00000000-0000-0000-0000-000000000000}"/>
          </ac:spMkLst>
        </pc:spChg>
        <pc:spChg chg="mod ord">
          <ac:chgData name="Mattéo TREMISI" userId="e344fc52-7e33-4822-85ed-50fd192645c1" providerId="ADAL" clId="{921FD83F-E93C-4172-927C-39516FB4C889}" dt="2026-09-03T23:01:37.208" v="895"/>
          <ac:spMkLst>
            <pc:docMk/>
            <pc:sldMk cId="0" sldId="291"/>
            <ac:spMk id="900" creationId="{00000000-0000-0000-0000-000000000000}"/>
          </ac:spMkLst>
        </pc:spChg>
      </pc:sldChg>
      <pc:sldChg chg="modSp mod">
        <pc:chgData name="Mattéo TREMISI" userId="e344fc52-7e33-4822-85ed-50fd192645c1" providerId="ADAL" clId="{921FD83F-E93C-4172-927C-39516FB4C889}" dt="2026-09-07T10:22:55.784" v="2404" actId="20577"/>
        <pc:sldMkLst>
          <pc:docMk/>
          <pc:sldMk cId="0" sldId="292"/>
        </pc:sldMkLst>
        <pc:spChg chg="mod">
          <ac:chgData name="Mattéo TREMISI" userId="e344fc52-7e33-4822-85ed-50fd192645c1" providerId="ADAL" clId="{921FD83F-E93C-4172-927C-39516FB4C889}" dt="2026-09-07T10:22:55.784" v="2404" actId="20577"/>
          <ac:spMkLst>
            <pc:docMk/>
            <pc:sldMk cId="0" sldId="292"/>
            <ac:spMk id="4" creationId="{00000000-0000-0000-0000-000000000000}"/>
          </ac:spMkLst>
        </pc:spChg>
        <pc:spChg chg="mod">
          <ac:chgData name="Mattéo TREMISI" userId="e344fc52-7e33-4822-85ed-50fd192645c1" providerId="ADAL" clId="{921FD83F-E93C-4172-927C-39516FB4C889}" dt="2026-09-07T10:14:09.358" v="2401" actId="1076"/>
          <ac:spMkLst>
            <pc:docMk/>
            <pc:sldMk cId="0" sldId="292"/>
            <ac:spMk id="5"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7"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8" creationId="{00000000-0000-0000-0000-000000000000}"/>
          </ac:spMkLst>
        </pc:spChg>
        <pc:spChg chg="mod">
          <ac:chgData name="Mattéo TREMISI" userId="e344fc52-7e33-4822-85ed-50fd192645c1" providerId="ADAL" clId="{921FD83F-E93C-4172-927C-39516FB4C889}" dt="2026-09-07T10:13:59.562" v="2398" actId="1076"/>
          <ac:spMkLst>
            <pc:docMk/>
            <pc:sldMk cId="0" sldId="292"/>
            <ac:spMk id="9"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11"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12" creationId="{00000000-0000-0000-0000-000000000000}"/>
          </ac:spMkLst>
        </pc:spChg>
        <pc:spChg chg="mod ord">
          <ac:chgData name="Mattéo TREMISI" userId="e344fc52-7e33-4822-85ed-50fd192645c1" providerId="ADAL" clId="{921FD83F-E93C-4172-927C-39516FB4C889}" dt="2026-09-03T23:01:37.221" v="896"/>
          <ac:spMkLst>
            <pc:docMk/>
            <pc:sldMk cId="0" sldId="292"/>
            <ac:spMk id="900" creationId="{00000000-0000-0000-0000-000000000000}"/>
          </ac:spMkLst>
        </pc:spChg>
      </pc:sldChg>
      <pc:sldChg chg="delSp modSp mod">
        <pc:chgData name="Mattéo TREMISI" userId="e344fc52-7e33-4822-85ed-50fd192645c1" providerId="ADAL" clId="{921FD83F-E93C-4172-927C-39516FB4C889}" dt="2026-09-06T09:24:27.924" v="1272" actId="478"/>
        <pc:sldMkLst>
          <pc:docMk/>
          <pc:sldMk cId="0" sldId="293"/>
        </pc:sldMkLst>
        <pc:spChg chg="mod">
          <ac:chgData name="Mattéo TREMISI" userId="e344fc52-7e33-4822-85ed-50fd192645c1" providerId="ADAL" clId="{921FD83F-E93C-4172-927C-39516FB4C889}" dt="2026-09-06T09:24:12.209" v="1268" actId="20577"/>
          <ac:spMkLst>
            <pc:docMk/>
            <pc:sldMk cId="0" sldId="293"/>
            <ac:spMk id="25" creationId="{00000000-0000-0000-0000-000000000000}"/>
          </ac:spMkLst>
        </pc:spChg>
        <pc:spChg chg="mod">
          <ac:chgData name="Mattéo TREMISI" userId="e344fc52-7e33-4822-85ed-50fd192645c1" providerId="ADAL" clId="{921FD83F-E93C-4172-927C-39516FB4C889}" dt="2026-09-06T09:24:19.390" v="1271" actId="20577"/>
          <ac:spMkLst>
            <pc:docMk/>
            <pc:sldMk cId="0" sldId="293"/>
            <ac:spMk id="28"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29"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30" creationId="{00000000-0000-0000-0000-000000000000}"/>
          </ac:spMkLst>
        </pc:spChg>
        <pc:spChg chg="mod ord">
          <ac:chgData name="Mattéo TREMISI" userId="e344fc52-7e33-4822-85ed-50fd192645c1" providerId="ADAL" clId="{921FD83F-E93C-4172-927C-39516FB4C889}" dt="2026-09-03T22:59:42.211" v="844"/>
          <ac:spMkLst>
            <pc:docMk/>
            <pc:sldMk cId="0" sldId="293"/>
            <ac:spMk id="900" creationId="{00000000-0000-0000-0000-000000000000}"/>
          </ac:spMkLst>
        </pc:spChg>
      </pc:sldChg>
      <pc:sldChg chg="modSp mod">
        <pc:chgData name="Mattéo TREMISI" userId="e344fc52-7e33-4822-85ed-50fd192645c1" providerId="ADAL" clId="{921FD83F-E93C-4172-927C-39516FB4C889}" dt="2026-09-03T22:59:42.232" v="845"/>
        <pc:sldMkLst>
          <pc:docMk/>
          <pc:sldMk cId="0" sldId="294"/>
        </pc:sldMkLst>
        <pc:spChg chg="mod ord">
          <ac:chgData name="Mattéo TREMISI" userId="e344fc52-7e33-4822-85ed-50fd192645c1" providerId="ADAL" clId="{921FD83F-E93C-4172-927C-39516FB4C889}" dt="2026-09-03T22:59:42.232" v="845"/>
          <ac:spMkLst>
            <pc:docMk/>
            <pc:sldMk cId="0" sldId="294"/>
            <ac:spMk id="900" creationId="{00000000-0000-0000-0000-000000000000}"/>
          </ac:spMkLst>
        </pc:spChg>
      </pc:sldChg>
      <pc:sldChg chg="modSp mod">
        <pc:chgData name="Mattéo TREMISI" userId="e344fc52-7e33-4822-85ed-50fd192645c1" providerId="ADAL" clId="{921FD83F-E93C-4172-927C-39516FB4C889}" dt="2026-09-03T22:59:42.239" v="846"/>
        <pc:sldMkLst>
          <pc:docMk/>
          <pc:sldMk cId="0" sldId="295"/>
        </pc:sldMkLst>
        <pc:spChg chg="mod ord">
          <ac:chgData name="Mattéo TREMISI" userId="e344fc52-7e33-4822-85ed-50fd192645c1" providerId="ADAL" clId="{921FD83F-E93C-4172-927C-39516FB4C889}" dt="2026-09-03T22:59:42.239" v="846"/>
          <ac:spMkLst>
            <pc:docMk/>
            <pc:sldMk cId="0" sldId="295"/>
            <ac:spMk id="900" creationId="{00000000-0000-0000-0000-000000000000}"/>
          </ac:spMkLst>
        </pc:spChg>
      </pc:sldChg>
      <pc:sldChg chg="modSp mod">
        <pc:chgData name="Mattéo TREMISI" userId="e344fc52-7e33-4822-85ed-50fd192645c1" providerId="ADAL" clId="{921FD83F-E93C-4172-927C-39516FB4C889}" dt="2026-09-06T09:25:44.225" v="1287" actId="20577"/>
        <pc:sldMkLst>
          <pc:docMk/>
          <pc:sldMk cId="0" sldId="296"/>
        </pc:sldMkLst>
        <pc:spChg chg="mod">
          <ac:chgData name="Mattéo TREMISI" userId="e344fc52-7e33-4822-85ed-50fd192645c1" providerId="ADAL" clId="{921FD83F-E93C-4172-927C-39516FB4C889}" dt="2026-09-06T09:25:44.225" v="1287" actId="20577"/>
          <ac:spMkLst>
            <pc:docMk/>
            <pc:sldMk cId="0" sldId="296"/>
            <ac:spMk id="78" creationId="{00000000-0000-0000-0000-000000000000}"/>
          </ac:spMkLst>
        </pc:spChg>
        <pc:spChg chg="mod ord">
          <ac:chgData name="Mattéo TREMISI" userId="e344fc52-7e33-4822-85ed-50fd192645c1" providerId="ADAL" clId="{921FD83F-E93C-4172-927C-39516FB4C889}" dt="2026-09-03T22:59:42.245" v="847"/>
          <ac:spMkLst>
            <pc:docMk/>
            <pc:sldMk cId="0" sldId="296"/>
            <ac:spMk id="900" creationId="{00000000-0000-0000-0000-000000000000}"/>
          </ac:spMkLst>
        </pc:spChg>
      </pc:sldChg>
      <pc:sldChg chg="modSp mod">
        <pc:chgData name="Mattéo TREMISI" userId="e344fc52-7e33-4822-85ed-50fd192645c1" providerId="ADAL" clId="{921FD83F-E93C-4172-927C-39516FB4C889}" dt="2026-09-03T23:01:37.234" v="897"/>
        <pc:sldMkLst>
          <pc:docMk/>
          <pc:sldMk cId="0" sldId="297"/>
        </pc:sldMkLst>
        <pc:spChg chg="mod ord">
          <ac:chgData name="Mattéo TREMISI" userId="e344fc52-7e33-4822-85ed-50fd192645c1" providerId="ADAL" clId="{921FD83F-E93C-4172-927C-39516FB4C889}" dt="2026-09-03T23:01:37.234" v="897"/>
          <ac:spMkLst>
            <pc:docMk/>
            <pc:sldMk cId="0" sldId="297"/>
            <ac:spMk id="900" creationId="{00000000-0000-0000-0000-000000000000}"/>
          </ac:spMkLst>
        </pc:spChg>
      </pc:sldChg>
      <pc:sldChg chg="delSp modSp mod">
        <pc:chgData name="Mattéo TREMISI" userId="e344fc52-7e33-4822-85ed-50fd192645c1" providerId="ADAL" clId="{921FD83F-E93C-4172-927C-39516FB4C889}" dt="2026-09-06T09:28:14.434" v="1288" actId="478"/>
        <pc:sldMkLst>
          <pc:docMk/>
          <pc:sldMk cId="0" sldId="298"/>
        </pc:sldMkLst>
        <pc:spChg chg="del">
          <ac:chgData name="Mattéo TREMISI" userId="e344fc52-7e33-4822-85ed-50fd192645c1" providerId="ADAL" clId="{921FD83F-E93C-4172-927C-39516FB4C889}" dt="2026-09-06T09:28:14.434" v="1288" actId="478"/>
          <ac:spMkLst>
            <pc:docMk/>
            <pc:sldMk cId="0" sldId="298"/>
            <ac:spMk id="19" creationId="{00000000-0000-0000-0000-000000000000}"/>
          </ac:spMkLst>
        </pc:spChg>
        <pc:spChg chg="del">
          <ac:chgData name="Mattéo TREMISI" userId="e344fc52-7e33-4822-85ed-50fd192645c1" providerId="ADAL" clId="{921FD83F-E93C-4172-927C-39516FB4C889}" dt="2026-09-06T09:28:14.434" v="1288" actId="478"/>
          <ac:spMkLst>
            <pc:docMk/>
            <pc:sldMk cId="0" sldId="298"/>
            <ac:spMk id="20" creationId="{00000000-0000-0000-0000-000000000000}"/>
          </ac:spMkLst>
        </pc:spChg>
        <pc:spChg chg="mod ord">
          <ac:chgData name="Mattéo TREMISI" userId="e344fc52-7e33-4822-85ed-50fd192645c1" providerId="ADAL" clId="{921FD83F-E93C-4172-927C-39516FB4C889}" dt="2026-09-03T22:59:42.259" v="849"/>
          <ac:spMkLst>
            <pc:docMk/>
            <pc:sldMk cId="0" sldId="298"/>
            <ac:spMk id="900" creationId="{00000000-0000-0000-0000-000000000000}"/>
          </ac:spMkLst>
        </pc:spChg>
      </pc:sldChg>
      <pc:sldChg chg="delSp modSp mod">
        <pc:chgData name="Mattéo TREMISI" userId="e344fc52-7e33-4822-85ed-50fd192645c1" providerId="ADAL" clId="{921FD83F-E93C-4172-927C-39516FB4C889}" dt="2026-09-06T09:46:50.232" v="1289" actId="478"/>
        <pc:sldMkLst>
          <pc:docMk/>
          <pc:sldMk cId="0" sldId="299"/>
        </pc:sldMkLst>
        <pc:spChg chg="del">
          <ac:chgData name="Mattéo TREMISI" userId="e344fc52-7e33-4822-85ed-50fd192645c1" providerId="ADAL" clId="{921FD83F-E93C-4172-927C-39516FB4C889}" dt="2026-09-06T09:46:50.232" v="1289" actId="478"/>
          <ac:spMkLst>
            <pc:docMk/>
            <pc:sldMk cId="0" sldId="299"/>
            <ac:spMk id="21" creationId="{00000000-0000-0000-0000-000000000000}"/>
          </ac:spMkLst>
        </pc:spChg>
        <pc:spChg chg="mod ord">
          <ac:chgData name="Mattéo TREMISI" userId="e344fc52-7e33-4822-85ed-50fd192645c1" providerId="ADAL" clId="{921FD83F-E93C-4172-927C-39516FB4C889}" dt="2026-09-03T22:59:42.266" v="850"/>
          <ac:spMkLst>
            <pc:docMk/>
            <pc:sldMk cId="0" sldId="299"/>
            <ac:spMk id="900" creationId="{00000000-0000-0000-0000-000000000000}"/>
          </ac:spMkLst>
        </pc:spChg>
      </pc:sldChg>
      <pc:sldChg chg="delSp modSp mod">
        <pc:chgData name="Mattéo TREMISI" userId="e344fc52-7e33-4822-85ed-50fd192645c1" providerId="ADAL" clId="{921FD83F-E93C-4172-927C-39516FB4C889}" dt="2026-09-06T09:50:55.994" v="1290" actId="478"/>
        <pc:sldMkLst>
          <pc:docMk/>
          <pc:sldMk cId="0" sldId="300"/>
        </pc:sldMkLst>
        <pc:spChg chg="del mod">
          <ac:chgData name="Mattéo TREMISI" userId="e344fc52-7e33-4822-85ed-50fd192645c1" providerId="ADAL" clId="{921FD83F-E93C-4172-927C-39516FB4C889}" dt="2026-09-06T09:04:39.764" v="1212" actId="478"/>
          <ac:spMkLst>
            <pc:docMk/>
            <pc:sldMk cId="0" sldId="300"/>
            <ac:spMk id="5" creationId="{00000000-0000-0000-0000-000000000000}"/>
          </ac:spMkLst>
        </pc:spChg>
        <pc:spChg chg="mod ord">
          <ac:chgData name="Mattéo TREMISI" userId="e344fc52-7e33-4822-85ed-50fd192645c1" providerId="ADAL" clId="{921FD83F-E93C-4172-927C-39516FB4C889}" dt="2026-09-03T23:01:37.247" v="898"/>
          <ac:spMkLst>
            <pc:docMk/>
            <pc:sldMk cId="0" sldId="300"/>
            <ac:spMk id="900" creationId="{00000000-0000-0000-0000-000000000000}"/>
          </ac:spMkLst>
        </pc:spChg>
        <pc:spChg chg="del">
          <ac:chgData name="Mattéo TREMISI" userId="e344fc52-7e33-4822-85ed-50fd192645c1" providerId="ADAL" clId="{921FD83F-E93C-4172-927C-39516FB4C889}" dt="2026-09-06T09:50:55.994" v="1290" actId="478"/>
          <ac:spMkLst>
            <pc:docMk/>
            <pc:sldMk cId="0" sldId="300"/>
            <ac:spMk id="954" creationId="{00000000-0000-0000-0000-000000000000}"/>
          </ac:spMkLst>
        </pc:spChg>
      </pc:sldChg>
      <pc:sldChg chg="modSp mod">
        <pc:chgData name="Mattéo TREMISI" userId="e344fc52-7e33-4822-85ed-50fd192645c1" providerId="ADAL" clId="{921FD83F-E93C-4172-927C-39516FB4C889}" dt="2026-09-03T22:59:42.279" v="852"/>
        <pc:sldMkLst>
          <pc:docMk/>
          <pc:sldMk cId="0" sldId="301"/>
        </pc:sldMkLst>
        <pc:spChg chg="mod ord">
          <ac:chgData name="Mattéo TREMISI" userId="e344fc52-7e33-4822-85ed-50fd192645c1" providerId="ADAL" clId="{921FD83F-E93C-4172-927C-39516FB4C889}" dt="2026-09-03T22:59:42.279" v="852"/>
          <ac:spMkLst>
            <pc:docMk/>
            <pc:sldMk cId="0" sldId="301"/>
            <ac:spMk id="900" creationId="{00000000-0000-0000-0000-000000000000}"/>
          </ac:spMkLst>
        </pc:spChg>
      </pc:sldChg>
      <pc:sldChg chg="delSp modSp mod">
        <pc:chgData name="Mattéo TREMISI" userId="e344fc52-7e33-4822-85ed-50fd192645c1" providerId="ADAL" clId="{921FD83F-E93C-4172-927C-39516FB4C889}" dt="2026-09-06T10:01:37.683" v="1307" actId="478"/>
        <pc:sldMkLst>
          <pc:docMk/>
          <pc:sldMk cId="0" sldId="302"/>
        </pc:sldMkLst>
        <pc:spChg chg="del">
          <ac:chgData name="Mattéo TREMISI" userId="e344fc52-7e33-4822-85ed-50fd192645c1" providerId="ADAL" clId="{921FD83F-E93C-4172-927C-39516FB4C889}" dt="2026-09-06T10:01:34.388" v="1305" actId="478"/>
          <ac:spMkLst>
            <pc:docMk/>
            <pc:sldMk cId="0" sldId="302"/>
            <ac:spMk id="22"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3"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4" creationId="{00000000-0000-0000-0000-000000000000}"/>
          </ac:spMkLst>
        </pc:spChg>
        <pc:spChg chg="del">
          <ac:chgData name="Mattéo TREMISI" userId="e344fc52-7e33-4822-85ed-50fd192645c1" providerId="ADAL" clId="{921FD83F-E93C-4172-927C-39516FB4C889}" dt="2026-09-06T10:01:37.683" v="1307" actId="478"/>
          <ac:spMkLst>
            <pc:docMk/>
            <pc:sldMk cId="0" sldId="302"/>
            <ac:spMk id="25" creationId="{00000000-0000-0000-0000-000000000000}"/>
          </ac:spMkLst>
        </pc:spChg>
        <pc:spChg chg="del">
          <ac:chgData name="Mattéo TREMISI" userId="e344fc52-7e33-4822-85ed-50fd192645c1" providerId="ADAL" clId="{921FD83F-E93C-4172-927C-39516FB4C889}" dt="2026-09-06T10:01:35.774" v="1306" actId="478"/>
          <ac:spMkLst>
            <pc:docMk/>
            <pc:sldMk cId="0" sldId="302"/>
            <ac:spMk id="26" creationId="{00000000-0000-0000-0000-000000000000}"/>
          </ac:spMkLst>
        </pc:spChg>
        <pc:spChg chg="mod ord">
          <ac:chgData name="Mattéo TREMISI" userId="e344fc52-7e33-4822-85ed-50fd192645c1" providerId="ADAL" clId="{921FD83F-E93C-4172-927C-39516FB4C889}" dt="2026-09-03T22:59:42.285" v="853"/>
          <ac:spMkLst>
            <pc:docMk/>
            <pc:sldMk cId="0" sldId="302"/>
            <ac:spMk id="900" creationId="{00000000-0000-0000-0000-000000000000}"/>
          </ac:spMkLst>
        </pc:spChg>
      </pc:sldChg>
      <pc:sldChg chg="delSp modSp mod">
        <pc:chgData name="Mattéo TREMISI" userId="e344fc52-7e33-4822-85ed-50fd192645c1" providerId="ADAL" clId="{921FD83F-E93C-4172-927C-39516FB4C889}" dt="2026-09-06T09:04:41.764" v="1213" actId="478"/>
        <pc:sldMkLst>
          <pc:docMk/>
          <pc:sldMk cId="0" sldId="303"/>
        </pc:sldMkLst>
        <pc:spChg chg="del">
          <ac:chgData name="Mattéo TREMISI" userId="e344fc52-7e33-4822-85ed-50fd192645c1" providerId="ADAL" clId="{921FD83F-E93C-4172-927C-39516FB4C889}" dt="2026-09-06T09:04:41.764" v="1213" actId="478"/>
          <ac:spMkLst>
            <pc:docMk/>
            <pc:sldMk cId="0" sldId="303"/>
            <ac:spMk id="5" creationId="{00000000-0000-0000-0000-000000000000}"/>
          </ac:spMkLst>
        </pc:spChg>
        <pc:spChg chg="mod ord">
          <ac:chgData name="Mattéo TREMISI" userId="e344fc52-7e33-4822-85ed-50fd192645c1" providerId="ADAL" clId="{921FD83F-E93C-4172-927C-39516FB4C889}" dt="2026-09-03T23:01:37.259" v="899"/>
          <ac:spMkLst>
            <pc:docMk/>
            <pc:sldMk cId="0" sldId="303"/>
            <ac:spMk id="900" creationId="{00000000-0000-0000-0000-000000000000}"/>
          </ac:spMkLst>
        </pc:spChg>
      </pc:sldChg>
      <pc:sldChg chg="modSp mod">
        <pc:chgData name="Mattéo TREMISI" userId="e344fc52-7e33-4822-85ed-50fd192645c1" providerId="ADAL" clId="{921FD83F-E93C-4172-927C-39516FB4C889}" dt="2026-09-03T22:59:42.296" v="855"/>
        <pc:sldMkLst>
          <pc:docMk/>
          <pc:sldMk cId="0" sldId="304"/>
        </pc:sldMkLst>
        <pc:spChg chg="mod ord">
          <ac:chgData name="Mattéo TREMISI" userId="e344fc52-7e33-4822-85ed-50fd192645c1" providerId="ADAL" clId="{921FD83F-E93C-4172-927C-39516FB4C889}" dt="2026-09-03T22:59:42.296" v="855"/>
          <ac:spMkLst>
            <pc:docMk/>
            <pc:sldMk cId="0" sldId="304"/>
            <ac:spMk id="900" creationId="{00000000-0000-0000-0000-000000000000}"/>
          </ac:spMkLst>
        </pc:spChg>
      </pc:sldChg>
      <pc:sldChg chg="modSp mod modNotesTx">
        <pc:chgData name="Mattéo TREMISI" userId="e344fc52-7e33-4822-85ed-50fd192645c1" providerId="ADAL" clId="{921FD83F-E93C-4172-927C-39516FB4C889}" dt="2026-09-06T10:10:36.392" v="1312" actId="20577"/>
        <pc:sldMkLst>
          <pc:docMk/>
          <pc:sldMk cId="0" sldId="305"/>
        </pc:sldMkLst>
        <pc:spChg chg="mod">
          <ac:chgData name="Mattéo TREMISI" userId="e344fc52-7e33-4822-85ed-50fd192645c1" providerId="ADAL" clId="{921FD83F-E93C-4172-927C-39516FB4C889}" dt="2026-09-06T10:00:40.681" v="1304" actId="20577"/>
          <ac:spMkLst>
            <pc:docMk/>
            <pc:sldMk cId="0" sldId="305"/>
            <ac:spMk id="3" creationId="{00000000-0000-0000-0000-000000000000}"/>
          </ac:spMkLst>
        </pc:spChg>
        <pc:spChg chg="mod ord">
          <ac:chgData name="Mattéo TREMISI" userId="e344fc52-7e33-4822-85ed-50fd192645c1" providerId="ADAL" clId="{921FD83F-E93C-4172-927C-39516FB4C889}" dt="2026-09-03T23:01:37.274" v="900"/>
          <ac:spMkLst>
            <pc:docMk/>
            <pc:sldMk cId="0" sldId="305"/>
            <ac:spMk id="900" creationId="{00000000-0000-0000-0000-000000000000}"/>
          </ac:spMkLst>
        </pc:spChg>
      </pc:sldChg>
      <pc:sldChg chg="modSp mod">
        <pc:chgData name="Mattéo TREMISI" userId="e344fc52-7e33-4822-85ed-50fd192645c1" providerId="ADAL" clId="{921FD83F-E93C-4172-927C-39516FB4C889}" dt="2026-09-03T22:59:42.311" v="857"/>
        <pc:sldMkLst>
          <pc:docMk/>
          <pc:sldMk cId="0" sldId="306"/>
        </pc:sldMkLst>
        <pc:spChg chg="mod ord">
          <ac:chgData name="Mattéo TREMISI" userId="e344fc52-7e33-4822-85ed-50fd192645c1" providerId="ADAL" clId="{921FD83F-E93C-4172-927C-39516FB4C889}" dt="2026-09-03T22:59:42.311" v="857"/>
          <ac:spMkLst>
            <pc:docMk/>
            <pc:sldMk cId="0" sldId="306"/>
            <ac:spMk id="900" creationId="{00000000-0000-0000-0000-000000000000}"/>
          </ac:spMkLst>
        </pc:spChg>
      </pc:sldChg>
      <pc:sldChg chg="addSp modSp mod">
        <pc:chgData name="Mattéo TREMISI" userId="e344fc52-7e33-4822-85ed-50fd192645c1" providerId="ADAL" clId="{921FD83F-E93C-4172-927C-39516FB4C889}" dt="2026-09-06T10:11:21.145" v="1427" actId="1037"/>
        <pc:sldMkLst>
          <pc:docMk/>
          <pc:sldMk cId="0" sldId="307"/>
        </pc:sldMkLst>
        <pc:spChg chg="mod">
          <ac:chgData name="Mattéo TREMISI" userId="e344fc52-7e33-4822-85ed-50fd192645c1" providerId="ADAL" clId="{921FD83F-E93C-4172-927C-39516FB4C889}" dt="2026-09-06T10:11:12.905" v="1383" actId="1076"/>
          <ac:spMkLst>
            <pc:docMk/>
            <pc:sldMk cId="0" sldId="307"/>
            <ac:spMk id="3"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4"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5"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6"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7"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8"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9" creationId="{00000000-0000-0000-0000-000000000000}"/>
          </ac:spMkLst>
        </pc:spChg>
        <pc:spChg chg="mod ord">
          <ac:chgData name="Mattéo TREMISI" userId="e344fc52-7e33-4822-85ed-50fd192645c1" providerId="ADAL" clId="{921FD83F-E93C-4172-927C-39516FB4C889}" dt="2026-09-03T22:59:42.317" v="858"/>
          <ac:spMkLst>
            <pc:docMk/>
            <pc:sldMk cId="0" sldId="307"/>
            <ac:spMk id="900"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1"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2"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3"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4"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6" creationId="{00000000-0000-0000-0000-000000000000}"/>
          </ac:spMkLst>
        </pc:spChg>
        <pc:picChg chg="add mod">
          <ac:chgData name="Mattéo TREMISI" userId="e344fc52-7e33-4822-85ed-50fd192645c1" providerId="ADAL" clId="{921FD83F-E93C-4172-927C-39516FB4C889}" dt="2026-09-06T10:11:21.145" v="1427" actId="1037"/>
          <ac:picMkLst>
            <pc:docMk/>
            <pc:sldMk cId="0" sldId="307"/>
            <ac:picMk id="11" creationId="{812CAB32-6D8C-2FD3-1850-1EE14E19C099}"/>
          </ac:picMkLst>
        </pc:picChg>
        <pc:picChg chg="add mod">
          <ac:chgData name="Mattéo TREMISI" userId="e344fc52-7e33-4822-85ed-50fd192645c1" providerId="ADAL" clId="{921FD83F-E93C-4172-927C-39516FB4C889}" dt="2026-09-06T10:11:21.145" v="1427" actId="1037"/>
          <ac:picMkLst>
            <pc:docMk/>
            <pc:sldMk cId="0" sldId="307"/>
            <ac:picMk id="33" creationId="{CC4DE4F7-6A46-D082-8D86-201B2BFB2995}"/>
          </ac:picMkLst>
        </pc:picChg>
      </pc:sldChg>
      <pc:sldChg chg="addSp delSp modSp del mod">
        <pc:chgData name="Mattéo TREMISI" userId="e344fc52-7e33-4822-85ed-50fd192645c1" providerId="ADAL" clId="{921FD83F-E93C-4172-927C-39516FB4C889}" dt="2026-09-06T13:54:27.391" v="1591" actId="478"/>
        <pc:sldMkLst>
          <pc:docMk/>
          <pc:sldMk cId="0" sldId="308"/>
        </pc:sldMkLst>
        <pc:spChg chg="del">
          <ac:chgData name="Mattéo TREMISI" userId="e344fc52-7e33-4822-85ed-50fd192645c1" providerId="ADAL" clId="{921FD83F-E93C-4172-927C-39516FB4C889}" dt="2026-09-06T13:54:27.391" v="1591" actId="478"/>
          <ac:spMkLst>
            <pc:docMk/>
            <pc:sldMk cId="0" sldId="308"/>
            <ac:spMk id="954" creationId="{00000000-0000-0000-0000-000000000000}"/>
          </ac:spMkLst>
        </pc:spChg>
      </pc:sldChg>
      <pc:sldChg chg="addSp delSp modSp del mod">
        <pc:chgData name="Mattéo TREMISI" userId="e344fc52-7e33-4822-85ed-50fd192645c1" providerId="ADAL" clId="{921FD83F-E93C-4172-927C-39516FB4C889}" dt="2026-09-06T17:40:37.073" v="2155" actId="20577"/>
        <pc:sldMkLst>
          <pc:docMk/>
          <pc:sldMk cId="0" sldId="309"/>
        </pc:sldMkLst>
        <pc:spChg chg="mod">
          <ac:chgData name="Mattéo TREMISI" userId="e344fc52-7e33-4822-85ed-50fd192645c1" providerId="ADAL" clId="{921FD83F-E93C-4172-927C-39516FB4C889}" dt="2026-09-06T17:40:04.494" v="2133" actId="14100"/>
          <ac:spMkLst>
            <pc:docMk/>
            <pc:sldMk cId="0" sldId="309"/>
            <ac:spMk id="4"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5"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6" creationId="{00000000-0000-0000-0000-000000000000}"/>
          </ac:spMkLst>
        </pc:spChg>
        <pc:spChg chg="mod">
          <ac:chgData name="Mattéo TREMISI" userId="e344fc52-7e33-4822-85ed-50fd192645c1" providerId="ADAL" clId="{921FD83F-E93C-4172-927C-39516FB4C889}" dt="2026-09-06T17:40:32.192" v="2149" actId="20577"/>
          <ac:spMkLst>
            <pc:docMk/>
            <pc:sldMk cId="0" sldId="309"/>
            <ac:spMk id="7"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8"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0" creationId="{00000000-0000-0000-0000-000000000000}"/>
          </ac:spMkLst>
        </pc:spChg>
        <pc:spChg chg="mod">
          <ac:chgData name="Mattéo TREMISI" userId="e344fc52-7e33-4822-85ed-50fd192645c1" providerId="ADAL" clId="{921FD83F-E93C-4172-927C-39516FB4C889}" dt="2026-09-06T17:40:37.073" v="2155" actId="20577"/>
          <ac:spMkLst>
            <pc:docMk/>
            <pc:sldMk cId="0" sldId="309"/>
            <ac:spMk id="11"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2" creationId="{00000000-0000-0000-0000-000000000000}"/>
          </ac:spMkLst>
        </pc:spChg>
        <pc:spChg chg="mod">
          <ac:chgData name="Mattéo TREMISI" userId="e344fc52-7e33-4822-85ed-50fd192645c1" providerId="ADAL" clId="{921FD83F-E93C-4172-927C-39516FB4C889}" dt="2026-09-06T17:39:53.756" v="2130" actId="1076"/>
          <ac:spMkLst>
            <pc:docMk/>
            <pc:sldMk cId="0" sldId="309"/>
            <ac:spMk id="13"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4" creationId="{00000000-0000-0000-0000-000000000000}"/>
          </ac:spMkLst>
        </pc:spChg>
        <pc:spChg chg="mod">
          <ac:chgData name="Mattéo TREMISI" userId="e344fc52-7e33-4822-85ed-50fd192645c1" providerId="ADAL" clId="{921FD83F-E93C-4172-927C-39516FB4C889}" dt="2026-09-06T17:40:23.417" v="2137" actId="6549"/>
          <ac:spMkLst>
            <pc:docMk/>
            <pc:sldMk cId="0" sldId="309"/>
            <ac:spMk id="15"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6" creationId="{00000000-0000-0000-0000-000000000000}"/>
          </ac:spMkLst>
        </pc:spChg>
        <pc:spChg chg="mod">
          <ac:chgData name="Mattéo TREMISI" userId="e344fc52-7e33-4822-85ed-50fd192645c1" providerId="ADAL" clId="{921FD83F-E93C-4172-927C-39516FB4C889}" dt="2026-09-06T17:35:36.017" v="2004" actId="20577"/>
          <ac:spMkLst>
            <pc:docMk/>
            <pc:sldMk cId="0" sldId="309"/>
            <ac:spMk id="20"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1"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2" creationId="{00000000-0000-0000-0000-000000000000}"/>
          </ac:spMkLst>
        </pc:spChg>
        <pc:spChg chg="add mod">
          <ac:chgData name="Mattéo TREMISI" userId="e344fc52-7e33-4822-85ed-50fd192645c1" providerId="ADAL" clId="{921FD83F-E93C-4172-927C-39516FB4C889}" dt="2026-09-06T17:40:08.158" v="2134" actId="1076"/>
          <ac:spMkLst>
            <pc:docMk/>
            <pc:sldMk cId="0" sldId="309"/>
            <ac:spMk id="24" creationId="{73C0C625-8BB1-0682-D91D-33E1AB229876}"/>
          </ac:spMkLst>
        </pc:spChg>
        <pc:spChg chg="add mod">
          <ac:chgData name="Mattéo TREMISI" userId="e344fc52-7e33-4822-85ed-50fd192645c1" providerId="ADAL" clId="{921FD83F-E93C-4172-927C-39516FB4C889}" dt="2026-09-06T17:40:15.221" v="2135" actId="1076"/>
          <ac:spMkLst>
            <pc:docMk/>
            <pc:sldMk cId="0" sldId="309"/>
            <ac:spMk id="26" creationId="{473B1FBD-E076-DB45-A5BD-9E230351B3E8}"/>
          </ac:spMkLst>
        </pc:spChg>
        <pc:spChg chg="add mod">
          <ac:chgData name="Mattéo TREMISI" userId="e344fc52-7e33-4822-85ed-50fd192645c1" providerId="ADAL" clId="{921FD83F-E93C-4172-927C-39516FB4C889}" dt="2026-09-06T17:39:35.389" v="2125" actId="1037"/>
          <ac:spMkLst>
            <pc:docMk/>
            <pc:sldMk cId="0" sldId="309"/>
            <ac:spMk id="28" creationId="{2EE36396-AAFE-CDE4-3AF3-9251C6D58336}"/>
          </ac:spMkLst>
        </pc:spChg>
        <pc:spChg chg="del">
          <ac:chgData name="Mattéo TREMISI" userId="e344fc52-7e33-4822-85ed-50fd192645c1" providerId="ADAL" clId="{921FD83F-E93C-4172-927C-39516FB4C889}" dt="2026-09-06T17:35:41.283" v="2005" actId="478"/>
          <ac:spMkLst>
            <pc:docMk/>
            <pc:sldMk cId="0" sldId="309"/>
            <ac:spMk id="900" creationId="{00000000-0000-0000-0000-000000000000}"/>
          </ac:spMkLst>
        </pc:spChg>
      </pc:sldChg>
      <pc:sldChg chg="delSp modSp del mod ord setBg">
        <pc:chgData name="Mattéo TREMISI" userId="e344fc52-7e33-4822-85ed-50fd192645c1" providerId="ADAL" clId="{921FD83F-E93C-4172-927C-39516FB4C889}" dt="2026-09-06T17:42:09.130" v="2167" actId="14100"/>
        <pc:sldMkLst>
          <pc:docMk/>
          <pc:sldMk cId="0" sldId="310"/>
        </pc:sldMkLst>
        <pc:spChg chg="mod">
          <ac:chgData name="Mattéo TREMISI" userId="e344fc52-7e33-4822-85ed-50fd192645c1" providerId="ADAL" clId="{921FD83F-E93C-4172-927C-39516FB4C889}" dt="2026-09-06T17:41:40.292" v="2159" actId="14100"/>
          <ac:spMkLst>
            <pc:docMk/>
            <pc:sldMk cId="0" sldId="310"/>
            <ac:spMk id="10" creationId="{00000000-0000-0000-0000-000000000000}"/>
          </ac:spMkLst>
        </pc:spChg>
        <pc:spChg chg="mod">
          <ac:chgData name="Mattéo TREMISI" userId="e344fc52-7e33-4822-85ed-50fd192645c1" providerId="ADAL" clId="{921FD83F-E93C-4172-927C-39516FB4C889}" dt="2026-09-06T17:42:00.241" v="2165" actId="403"/>
          <ac:spMkLst>
            <pc:docMk/>
            <pc:sldMk cId="0" sldId="310"/>
            <ac:spMk id="11" creationId="{00000000-0000-0000-0000-000000000000}"/>
          </ac:spMkLst>
        </pc:spChg>
        <pc:spChg chg="del">
          <ac:chgData name="Mattéo TREMISI" userId="e344fc52-7e33-4822-85ed-50fd192645c1" providerId="ADAL" clId="{921FD83F-E93C-4172-927C-39516FB4C889}" dt="2026-09-06T17:41:35.320" v="2158" actId="478"/>
          <ac:spMkLst>
            <pc:docMk/>
            <pc:sldMk cId="0" sldId="310"/>
            <ac:spMk id="14" creationId="{00000000-0000-0000-0000-000000000000}"/>
          </ac:spMkLst>
        </pc:spChg>
        <pc:spChg chg="mod">
          <ac:chgData name="Mattéo TREMISI" userId="e344fc52-7e33-4822-85ed-50fd192645c1" providerId="ADAL" clId="{921FD83F-E93C-4172-927C-39516FB4C889}" dt="2026-09-06T17:42:09.130" v="2167" actId="14100"/>
          <ac:spMkLst>
            <pc:docMk/>
            <pc:sldMk cId="0" sldId="310"/>
            <ac:spMk id="15" creationId="{00000000-0000-0000-0000-000000000000}"/>
          </ac:spMkLst>
        </pc:spChg>
        <pc:spChg chg="del">
          <ac:chgData name="Mattéo TREMISI" userId="e344fc52-7e33-4822-85ed-50fd192645c1" providerId="ADAL" clId="{921FD83F-E93C-4172-927C-39516FB4C889}" dt="2026-09-06T17:42:05.929" v="2166" actId="478"/>
          <ac:spMkLst>
            <pc:docMk/>
            <pc:sldMk cId="0" sldId="310"/>
            <ac:spMk id="18" creationId="{00000000-0000-0000-0000-000000000000}"/>
          </ac:spMkLst>
        </pc:spChg>
      </pc:sldChg>
      <pc:sldChg chg="modSp del mod setBg">
        <pc:chgData name="Mattéo TREMISI" userId="e344fc52-7e33-4822-85ed-50fd192645c1" providerId="ADAL" clId="{921FD83F-E93C-4172-927C-39516FB4C889}" dt="2026-09-05T23:40:33.723" v="1187"/>
        <pc:sldMkLst>
          <pc:docMk/>
          <pc:sldMk cId="0" sldId="311"/>
        </pc:sldMkLst>
      </pc:sldChg>
      <pc:sldChg chg="addSp delSp modSp add del mod">
        <pc:chgData name="Mattéo TREMISI" userId="e344fc52-7e33-4822-85ed-50fd192645c1" providerId="ADAL" clId="{921FD83F-E93C-4172-927C-39516FB4C889}" dt="2026-09-06T13:34:40.046" v="1499" actId="47"/>
        <pc:sldMkLst>
          <pc:docMk/>
          <pc:sldMk cId="2427109584" sldId="312"/>
        </pc:sldMkLst>
        <pc:spChg chg="del">
          <ac:chgData name="Mattéo TREMISI" userId="e344fc52-7e33-4822-85ed-50fd192645c1" providerId="ADAL" clId="{921FD83F-E93C-4172-927C-39516FB4C889}" dt="2026-09-06T13:34:15.236" v="1487" actId="21"/>
          <ac:spMkLst>
            <pc:docMk/>
            <pc:sldMk cId="2427109584" sldId="312"/>
            <ac:spMk id="18" creationId="{EC1669D2-41BF-AAE0-BBA4-B081B1FFFC75}"/>
          </ac:spMkLst>
        </pc:spChg>
        <pc:spChg chg="del">
          <ac:chgData name="Mattéo TREMISI" userId="e344fc52-7e33-4822-85ed-50fd192645c1" providerId="ADAL" clId="{921FD83F-E93C-4172-927C-39516FB4C889}" dt="2026-09-06T13:34:15.236" v="1487" actId="21"/>
          <ac:spMkLst>
            <pc:docMk/>
            <pc:sldMk cId="2427109584" sldId="312"/>
            <ac:spMk id="19" creationId="{8CA164F0-AC00-F5F8-5011-CF9B7D7335BD}"/>
          </ac:spMkLst>
        </pc:spChg>
        <pc:picChg chg="add del">
          <ac:chgData name="Mattéo TREMISI" userId="e344fc52-7e33-4822-85ed-50fd192645c1" providerId="ADAL" clId="{921FD83F-E93C-4172-927C-39516FB4C889}" dt="2026-09-06T10:15:39.170" v="1459" actId="478"/>
          <ac:picMkLst>
            <pc:docMk/>
            <pc:sldMk cId="2427109584" sldId="312"/>
            <ac:picMk id="4" creationId="{B7825C34-CFE8-54B2-C55F-92BE892B3A5C}"/>
          </ac:picMkLst>
        </pc:picChg>
      </pc:sldChg>
      <pc:sldChg chg="addSp delSp modSp mod">
        <pc:chgData name="Mattéo TREMISI" userId="e344fc52-7e33-4822-85ed-50fd192645c1" providerId="ADAL" clId="{921FD83F-E93C-4172-927C-39516FB4C889}" dt="2026-09-06T13:34:37.603" v="1498" actId="1076"/>
        <pc:sldMkLst>
          <pc:docMk/>
          <pc:sldMk cId="0" sldId="313"/>
        </pc:sldMkLst>
        <pc:spChg chg="del">
          <ac:chgData name="Mattéo TREMISI" userId="e344fc52-7e33-4822-85ed-50fd192645c1" providerId="ADAL" clId="{921FD83F-E93C-4172-927C-39516FB4C889}" dt="2026-09-06T13:34:26.495" v="1490" actId="478"/>
          <ac:spMkLst>
            <pc:docMk/>
            <pc:sldMk cId="0" sldId="313"/>
            <ac:spMk id="3" creationId="{00000000-0000-0000-0000-000000000000}"/>
          </ac:spMkLst>
        </pc:spChg>
        <pc:spChg chg="mod">
          <ac:chgData name="Mattéo TREMISI" userId="e344fc52-7e33-4822-85ed-50fd192645c1" providerId="ADAL" clId="{921FD83F-E93C-4172-927C-39516FB4C889}" dt="2026-09-06T13:34:30.258" v="1496" actId="20577"/>
          <ac:spMkLst>
            <pc:docMk/>
            <pc:sldMk cId="0" sldId="313"/>
            <ac:spMk id="4" creationId="{00000000-0000-0000-0000-000000000000}"/>
          </ac:spMkLst>
        </pc:spChg>
        <pc:spChg chg="del">
          <ac:chgData name="Mattéo TREMISI" userId="e344fc52-7e33-4822-85ed-50fd192645c1" providerId="ADAL" clId="{921FD83F-E93C-4172-927C-39516FB4C889}" dt="2026-09-06T13:34:28.209" v="1491" actId="478"/>
          <ac:spMkLst>
            <pc:docMk/>
            <pc:sldMk cId="0" sldId="313"/>
            <ac:spMk id="5" creationId="{00000000-0000-0000-0000-000000000000}"/>
          </ac:spMkLst>
        </pc:spChg>
        <pc:spChg chg="add mod">
          <ac:chgData name="Mattéo TREMISI" userId="e344fc52-7e33-4822-85ed-50fd192645c1" providerId="ADAL" clId="{921FD83F-E93C-4172-927C-39516FB4C889}" dt="2026-09-06T13:34:33.922" v="1497" actId="1076"/>
          <ac:spMkLst>
            <pc:docMk/>
            <pc:sldMk cId="0" sldId="313"/>
            <ac:spMk id="7" creationId="{8F3EB75A-05C3-76C7-5183-EC33B4868DC6}"/>
          </ac:spMkLst>
        </pc:spChg>
        <pc:spChg chg="add mod">
          <ac:chgData name="Mattéo TREMISI" userId="e344fc52-7e33-4822-85ed-50fd192645c1" providerId="ADAL" clId="{921FD83F-E93C-4172-927C-39516FB4C889}" dt="2026-09-06T13:34:37.603" v="1498" actId="1076"/>
          <ac:spMkLst>
            <pc:docMk/>
            <pc:sldMk cId="0" sldId="313"/>
            <ac:spMk id="9" creationId="{C9B65CB4-A25B-76C5-1947-CA798B413FFF}"/>
          </ac:spMkLst>
        </pc:spChg>
        <pc:spChg chg="mod ord">
          <ac:chgData name="Mattéo TREMISI" userId="e344fc52-7e33-4822-85ed-50fd192645c1" providerId="ADAL" clId="{921FD83F-E93C-4172-927C-39516FB4C889}" dt="2026-09-03T23:01:37.314" v="903"/>
          <ac:spMkLst>
            <pc:docMk/>
            <pc:sldMk cId="0" sldId="313"/>
            <ac:spMk id="900" creationId="{00000000-0000-0000-0000-000000000000}"/>
          </ac:spMkLst>
        </pc:spChg>
      </pc:sldChg>
      <pc:sldChg chg="modSp mod">
        <pc:chgData name="Mattéo TREMISI" userId="e344fc52-7e33-4822-85ed-50fd192645c1" providerId="ADAL" clId="{921FD83F-E93C-4172-927C-39516FB4C889}" dt="2026-09-03T22:59:42.359" v="865"/>
        <pc:sldMkLst>
          <pc:docMk/>
          <pc:sldMk cId="0" sldId="314"/>
        </pc:sldMkLst>
        <pc:spChg chg="mod ord">
          <ac:chgData name="Mattéo TREMISI" userId="e344fc52-7e33-4822-85ed-50fd192645c1" providerId="ADAL" clId="{921FD83F-E93C-4172-927C-39516FB4C889}" dt="2026-09-03T22:59:42.359" v="865"/>
          <ac:spMkLst>
            <pc:docMk/>
            <pc:sldMk cId="0" sldId="314"/>
            <ac:spMk id="900" creationId="{00000000-0000-0000-0000-000000000000}"/>
          </ac:spMkLst>
        </pc:spChg>
      </pc:sldChg>
      <pc:sldChg chg="modSp mod">
        <pc:chgData name="Mattéo TREMISI" userId="e344fc52-7e33-4822-85ed-50fd192645c1" providerId="ADAL" clId="{921FD83F-E93C-4172-927C-39516FB4C889}" dt="2026-09-03T22:59:42.366" v="866"/>
        <pc:sldMkLst>
          <pc:docMk/>
          <pc:sldMk cId="0" sldId="315"/>
        </pc:sldMkLst>
        <pc:spChg chg="mod ord">
          <ac:chgData name="Mattéo TREMISI" userId="e344fc52-7e33-4822-85ed-50fd192645c1" providerId="ADAL" clId="{921FD83F-E93C-4172-927C-39516FB4C889}" dt="2026-09-03T22:59:42.366" v="866"/>
          <ac:spMkLst>
            <pc:docMk/>
            <pc:sldMk cId="0" sldId="315"/>
            <ac:spMk id="900" creationId="{00000000-0000-0000-0000-000000000000}"/>
          </ac:spMkLst>
        </pc:spChg>
      </pc:sldChg>
      <pc:sldChg chg="modSp mod">
        <pc:chgData name="Mattéo TREMISI" userId="e344fc52-7e33-4822-85ed-50fd192645c1" providerId="ADAL" clId="{921FD83F-E93C-4172-927C-39516FB4C889}" dt="2026-09-03T22:59:42.371" v="867"/>
        <pc:sldMkLst>
          <pc:docMk/>
          <pc:sldMk cId="0" sldId="316"/>
        </pc:sldMkLst>
        <pc:spChg chg="mod ord">
          <ac:chgData name="Mattéo TREMISI" userId="e344fc52-7e33-4822-85ed-50fd192645c1" providerId="ADAL" clId="{921FD83F-E93C-4172-927C-39516FB4C889}" dt="2026-09-03T22:59:42.371" v="867"/>
          <ac:spMkLst>
            <pc:docMk/>
            <pc:sldMk cId="0" sldId="316"/>
            <ac:spMk id="900" creationId="{00000000-0000-0000-0000-000000000000}"/>
          </ac:spMkLst>
        </pc:spChg>
      </pc:sldChg>
      <pc:sldChg chg="modSp mod">
        <pc:chgData name="Mattéo TREMISI" userId="e344fc52-7e33-4822-85ed-50fd192645c1" providerId="ADAL" clId="{921FD83F-E93C-4172-927C-39516FB4C889}" dt="2026-09-03T22:59:42.376" v="868"/>
        <pc:sldMkLst>
          <pc:docMk/>
          <pc:sldMk cId="0" sldId="317"/>
        </pc:sldMkLst>
        <pc:spChg chg="mod ord">
          <ac:chgData name="Mattéo TREMISI" userId="e344fc52-7e33-4822-85ed-50fd192645c1" providerId="ADAL" clId="{921FD83F-E93C-4172-927C-39516FB4C889}" dt="2026-09-03T22:59:42.376" v="868"/>
          <ac:spMkLst>
            <pc:docMk/>
            <pc:sldMk cId="0" sldId="317"/>
            <ac:spMk id="900" creationId="{00000000-0000-0000-0000-000000000000}"/>
          </ac:spMkLst>
        </pc:spChg>
      </pc:sldChg>
      <pc:sldChg chg="modSp mod">
        <pc:chgData name="Mattéo TREMISI" userId="e344fc52-7e33-4822-85ed-50fd192645c1" providerId="ADAL" clId="{921FD83F-E93C-4172-927C-39516FB4C889}" dt="2026-09-03T22:59:42.383" v="869"/>
        <pc:sldMkLst>
          <pc:docMk/>
          <pc:sldMk cId="0" sldId="318"/>
        </pc:sldMkLst>
        <pc:spChg chg="mod ord">
          <ac:chgData name="Mattéo TREMISI" userId="e344fc52-7e33-4822-85ed-50fd192645c1" providerId="ADAL" clId="{921FD83F-E93C-4172-927C-39516FB4C889}" dt="2026-09-03T22:59:42.383" v="869"/>
          <ac:spMkLst>
            <pc:docMk/>
            <pc:sldMk cId="0" sldId="318"/>
            <ac:spMk id="900" creationId="{00000000-0000-0000-0000-000000000000}"/>
          </ac:spMkLst>
        </pc:spChg>
      </pc:sldChg>
      <pc:sldChg chg="modSp mod">
        <pc:chgData name="Mattéo TREMISI" userId="e344fc52-7e33-4822-85ed-50fd192645c1" providerId="ADAL" clId="{921FD83F-E93C-4172-927C-39516FB4C889}" dt="2026-09-03T22:59:42.389" v="870"/>
        <pc:sldMkLst>
          <pc:docMk/>
          <pc:sldMk cId="3222269704" sldId="319"/>
        </pc:sldMkLst>
        <pc:spChg chg="mod ord">
          <ac:chgData name="Mattéo TREMISI" userId="e344fc52-7e33-4822-85ed-50fd192645c1" providerId="ADAL" clId="{921FD83F-E93C-4172-927C-39516FB4C889}" dt="2026-09-03T22:59:42.389" v="870"/>
          <ac:spMkLst>
            <pc:docMk/>
            <pc:sldMk cId="3222269704" sldId="319"/>
            <ac:spMk id="900" creationId="{00000000-0000-0000-0000-000000000000}"/>
          </ac:spMkLst>
        </pc:spChg>
      </pc:sldChg>
      <pc:sldChg chg="modSp mod">
        <pc:chgData name="Mattéo TREMISI" userId="e344fc52-7e33-4822-85ed-50fd192645c1" providerId="ADAL" clId="{921FD83F-E93C-4172-927C-39516FB4C889}" dt="2026-09-03T22:59:42.400" v="872"/>
        <pc:sldMkLst>
          <pc:docMk/>
          <pc:sldMk cId="0" sldId="321"/>
        </pc:sldMkLst>
        <pc:spChg chg="mod ord">
          <ac:chgData name="Mattéo TREMISI" userId="e344fc52-7e33-4822-85ed-50fd192645c1" providerId="ADAL" clId="{921FD83F-E93C-4172-927C-39516FB4C889}" dt="2026-09-03T22:59:42.400" v="872"/>
          <ac:spMkLst>
            <pc:docMk/>
            <pc:sldMk cId="0" sldId="321"/>
            <ac:spMk id="900" creationId="{00000000-0000-0000-0000-000000000000}"/>
          </ac:spMkLst>
        </pc:spChg>
      </pc:sldChg>
      <pc:sldChg chg="delSp modSp add mod">
        <pc:chgData name="Mattéo TREMISI" userId="e344fc52-7e33-4822-85ed-50fd192645c1" providerId="ADAL" clId="{921FD83F-E93C-4172-927C-39516FB4C889}" dt="2026-09-06T09:03:33.756" v="1204" actId="478"/>
        <pc:sldMkLst>
          <pc:docMk/>
          <pc:sldMk cId="505261516" sldId="322"/>
        </pc:sldMkLst>
        <pc:spChg chg="mod ord">
          <ac:chgData name="Mattéo TREMISI" userId="e344fc52-7e33-4822-85ed-50fd192645c1" providerId="ADAL" clId="{921FD83F-E93C-4172-927C-39516FB4C889}" dt="2026-09-03T22:59:41.942" v="808"/>
          <ac:spMkLst>
            <pc:docMk/>
            <pc:sldMk cId="505261516" sldId="322"/>
            <ac:spMk id="900"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5"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6" creationId="{00000000-0000-0000-0000-000000000000}"/>
          </ac:spMkLst>
        </pc:spChg>
      </pc:sldChg>
      <pc:sldChg chg="delSp modSp add mod">
        <pc:chgData name="Mattéo TREMISI" userId="e344fc52-7e33-4822-85ed-50fd192645c1" providerId="ADAL" clId="{921FD83F-E93C-4172-927C-39516FB4C889}" dt="2026-09-06T09:04:19.030" v="1206" actId="478"/>
        <pc:sldMkLst>
          <pc:docMk/>
          <pc:sldMk cId="1954908361" sldId="323"/>
        </pc:sldMkLst>
        <pc:spChg chg="del mod">
          <ac:chgData name="Mattéo TREMISI" userId="e344fc52-7e33-4822-85ed-50fd192645c1" providerId="ADAL" clId="{921FD83F-E93C-4172-927C-39516FB4C889}" dt="2026-09-06T09:04:19.030" v="1206" actId="478"/>
          <ac:spMkLst>
            <pc:docMk/>
            <pc:sldMk cId="1954908361" sldId="323"/>
            <ac:spMk id="5" creationId="{00000000-0000-0000-0000-000000000000}"/>
          </ac:spMkLst>
        </pc:spChg>
        <pc:spChg chg="mod ord">
          <ac:chgData name="Mattéo TREMISI" userId="e344fc52-7e33-4822-85ed-50fd192645c1" providerId="ADAL" clId="{921FD83F-E93C-4172-927C-39516FB4C889}" dt="2026-09-03T23:01:37.093" v="888"/>
          <ac:spMkLst>
            <pc:docMk/>
            <pc:sldMk cId="1954908361" sldId="323"/>
            <ac:spMk id="900" creationId="{00000000-0000-0000-0000-000000000000}"/>
          </ac:spMkLst>
        </pc:spChg>
      </pc:sldChg>
      <pc:sldChg chg="modSp add mod">
        <pc:chgData name="Mattéo TREMISI" userId="e344fc52-7e33-4822-85ed-50fd192645c1" providerId="ADAL" clId="{921FD83F-E93C-4172-927C-39516FB4C889}" dt="2026-09-03T22:59:42.394" v="871"/>
        <pc:sldMkLst>
          <pc:docMk/>
          <pc:sldMk cId="2675985660" sldId="324"/>
        </pc:sldMkLst>
        <pc:spChg chg="mod ord">
          <ac:chgData name="Mattéo TREMISI" userId="e344fc52-7e33-4822-85ed-50fd192645c1" providerId="ADAL" clId="{921FD83F-E93C-4172-927C-39516FB4C889}" dt="2026-09-03T22:59:42.394" v="871"/>
          <ac:spMkLst>
            <pc:docMk/>
            <pc:sldMk cId="2675985660" sldId="324"/>
            <ac:spMk id="900" creationId="{00000000-0000-0000-0000-000000000000}"/>
          </ac:spMkLst>
        </pc:spChg>
      </pc:sldChg>
      <pc:sldChg chg="addSp delSp modSp del mod">
        <pc:chgData name="Mattéo TREMISI" userId="e344fc52-7e33-4822-85ed-50fd192645c1" providerId="ADAL" clId="{921FD83F-E93C-4172-927C-39516FB4C889}" dt="2026-09-06T17:33:44.281" v="1992" actId="20577"/>
        <pc:sldMkLst>
          <pc:docMk/>
          <pc:sldMk cId="0" sldId="325"/>
        </pc:sldMkLst>
        <pc:spChg chg="mod">
          <ac:chgData name="Mattéo TREMISI" userId="e344fc52-7e33-4822-85ed-50fd192645c1" providerId="ADAL" clId="{921FD83F-E93C-4172-927C-39516FB4C889}" dt="2026-09-06T13:51:20.493" v="1587" actId="790"/>
          <ac:spMkLst>
            <pc:docMk/>
            <pc:sldMk cId="0" sldId="325"/>
            <ac:spMk id="2" creationId="{00000000-0000-0000-0000-000000000000}"/>
          </ac:spMkLst>
        </pc:spChg>
        <pc:spChg chg="mod">
          <ac:chgData name="Mattéo TREMISI" userId="e344fc52-7e33-4822-85ed-50fd192645c1" providerId="ADAL" clId="{921FD83F-E93C-4172-927C-39516FB4C889}" dt="2026-09-06T17:33:27.596" v="1977" actId="20577"/>
          <ac:spMkLst>
            <pc:docMk/>
            <pc:sldMk cId="0" sldId="325"/>
            <ac:spMk id="4" creationId="{00000000-0000-0000-0000-000000000000}"/>
          </ac:spMkLst>
        </pc:spChg>
        <pc:spChg chg="mod">
          <ac:chgData name="Mattéo TREMISI" userId="e344fc52-7e33-4822-85ed-50fd192645c1" providerId="ADAL" clId="{921FD83F-E93C-4172-927C-39516FB4C889}" dt="2026-09-06T17:33:36.197" v="1986" actId="20577"/>
          <ac:spMkLst>
            <pc:docMk/>
            <pc:sldMk cId="0" sldId="325"/>
            <ac:spMk id="13" creationId="{00000000-0000-0000-0000-000000000000}"/>
          </ac:spMkLst>
        </pc:spChg>
        <pc:spChg chg="mod">
          <ac:chgData name="Mattéo TREMISI" userId="e344fc52-7e33-4822-85ed-50fd192645c1" providerId="ADAL" clId="{921FD83F-E93C-4172-927C-39516FB4C889}" dt="2026-09-06T14:00:27.077" v="1962" actId="20577"/>
          <ac:spMkLst>
            <pc:docMk/>
            <pc:sldMk cId="0" sldId="325"/>
            <ac:spMk id="14" creationId="{00000000-0000-0000-0000-000000000000}"/>
          </ac:spMkLst>
        </pc:spChg>
        <pc:spChg chg="mod">
          <ac:chgData name="Mattéo TREMISI" userId="e344fc52-7e33-4822-85ed-50fd192645c1" providerId="ADAL" clId="{921FD83F-E93C-4172-927C-39516FB4C889}" dt="2026-09-06T13:35:22.702" v="1503" actId="207"/>
          <ac:spMkLst>
            <pc:docMk/>
            <pc:sldMk cId="0" sldId="325"/>
            <ac:spMk id="21"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2"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3"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4"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5"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6" creationId="{00000000-0000-0000-0000-000000000000}"/>
          </ac:spMkLst>
        </pc:spChg>
        <pc:spChg chg="add mod">
          <ac:chgData name="Mattéo TREMISI" userId="e344fc52-7e33-4822-85ed-50fd192645c1" providerId="ADAL" clId="{921FD83F-E93C-4172-927C-39516FB4C889}" dt="2026-09-06T13:51:52.484" v="1590" actId="207"/>
          <ac:spMkLst>
            <pc:docMk/>
            <pc:sldMk cId="0" sldId="325"/>
            <ac:spMk id="28" creationId="{5023216A-5968-7CB5-1DF8-752DA09196E8}"/>
          </ac:spMkLst>
        </pc:spChg>
        <pc:spChg chg="add mod">
          <ac:chgData name="Mattéo TREMISI" userId="e344fc52-7e33-4822-85ed-50fd192645c1" providerId="ADAL" clId="{921FD83F-E93C-4172-927C-39516FB4C889}" dt="2026-09-06T17:33:44.281" v="1992" actId="20577"/>
          <ac:spMkLst>
            <pc:docMk/>
            <pc:sldMk cId="0" sldId="325"/>
            <ac:spMk id="30" creationId="{D9C9926E-0F61-7FA5-CB69-4F5353CDD0F2}"/>
          </ac:spMkLst>
        </pc:spChg>
        <pc:spChg chg="add mod">
          <ac:chgData name="Mattéo TREMISI" userId="e344fc52-7e33-4822-85ed-50fd192645c1" providerId="ADAL" clId="{921FD83F-E93C-4172-927C-39516FB4C889}" dt="2026-09-06T13:56:55.002" v="1707" actId="313"/>
          <ac:spMkLst>
            <pc:docMk/>
            <pc:sldMk cId="0" sldId="325"/>
            <ac:spMk id="32" creationId="{392D9AFE-A7B2-EE95-2B45-5534435EEF16}"/>
          </ac:spMkLst>
        </pc:spChg>
        <pc:spChg chg="add mod">
          <ac:chgData name="Mattéo TREMISI" userId="e344fc52-7e33-4822-85ed-50fd192645c1" providerId="ADAL" clId="{921FD83F-E93C-4172-927C-39516FB4C889}" dt="2026-09-06T13:51:46.660" v="1589" actId="1076"/>
          <ac:spMkLst>
            <pc:docMk/>
            <pc:sldMk cId="0" sldId="325"/>
            <ac:spMk id="34" creationId="{2B87E4B0-20E1-B927-9F6D-5FEC5D650C87}"/>
          </ac:spMkLst>
        </pc:spChg>
        <pc:spChg chg="add mod">
          <ac:chgData name="Mattéo TREMISI" userId="e344fc52-7e33-4822-85ed-50fd192645c1" providerId="ADAL" clId="{921FD83F-E93C-4172-927C-39516FB4C889}" dt="2026-09-06T13:57:40.101" v="1841" actId="790"/>
          <ac:spMkLst>
            <pc:docMk/>
            <pc:sldMk cId="0" sldId="325"/>
            <ac:spMk id="36" creationId="{0EC00CE6-7F79-244C-4AF0-03F78C1F3B69}"/>
          </ac:spMkLst>
        </pc:spChg>
        <pc:spChg chg="add mod">
          <ac:chgData name="Mattéo TREMISI" userId="e344fc52-7e33-4822-85ed-50fd192645c1" providerId="ADAL" clId="{921FD83F-E93C-4172-927C-39516FB4C889}" dt="2026-09-06T13:51:46.660" v="1589" actId="1076"/>
          <ac:spMkLst>
            <pc:docMk/>
            <pc:sldMk cId="0" sldId="325"/>
            <ac:spMk id="38" creationId="{C113E52C-1491-778F-17EF-B4ED7239492B}"/>
          </ac:spMkLst>
        </pc:spChg>
        <pc:spChg chg="add mod">
          <ac:chgData name="Mattéo TREMISI" userId="e344fc52-7e33-4822-85ed-50fd192645c1" providerId="ADAL" clId="{921FD83F-E93C-4172-927C-39516FB4C889}" dt="2026-09-06T13:57:42.610" v="1842" actId="313"/>
          <ac:spMkLst>
            <pc:docMk/>
            <pc:sldMk cId="0" sldId="325"/>
            <ac:spMk id="40" creationId="{280760EA-DB89-019D-5E17-5DC1E658F353}"/>
          </ac:spMkLst>
        </pc:spChg>
        <pc:spChg chg="add mod">
          <ac:chgData name="Mattéo TREMISI" userId="e344fc52-7e33-4822-85ed-50fd192645c1" providerId="ADAL" clId="{921FD83F-E93C-4172-927C-39516FB4C889}" dt="2026-09-06T13:51:46.660" v="1589" actId="1076"/>
          <ac:spMkLst>
            <pc:docMk/>
            <pc:sldMk cId="0" sldId="325"/>
            <ac:spMk id="42" creationId="{7441FF8F-1536-0A50-EF64-BFB871EB7B60}"/>
          </ac:spMkLst>
        </pc:spChg>
        <pc:spChg chg="add mod">
          <ac:chgData name="Mattéo TREMISI" userId="e344fc52-7e33-4822-85ed-50fd192645c1" providerId="ADAL" clId="{921FD83F-E93C-4172-927C-39516FB4C889}" dt="2026-09-06T13:57:40.101" v="1841" actId="790"/>
          <ac:spMkLst>
            <pc:docMk/>
            <pc:sldMk cId="0" sldId="325"/>
            <ac:spMk id="44" creationId="{A980BBF9-B697-942D-19CA-5AFA1C1309B6}"/>
          </ac:spMkLst>
        </pc:spChg>
        <pc:spChg chg="add mod">
          <ac:chgData name="Mattéo TREMISI" userId="e344fc52-7e33-4822-85ed-50fd192645c1" providerId="ADAL" clId="{921FD83F-E93C-4172-927C-39516FB4C889}" dt="2026-09-06T13:56:51.117" v="1706" actId="1076"/>
          <ac:spMkLst>
            <pc:docMk/>
            <pc:sldMk cId="0" sldId="325"/>
            <ac:spMk id="46" creationId="{7C491A4D-6D5E-A067-1034-7816AD1EDDA7}"/>
          </ac:spMkLst>
        </pc:spChg>
        <pc:spChg chg="add mod">
          <ac:chgData name="Mattéo TREMISI" userId="e344fc52-7e33-4822-85ed-50fd192645c1" providerId="ADAL" clId="{921FD83F-E93C-4172-927C-39516FB4C889}" dt="2026-09-06T13:56:51.117" v="1706" actId="1076"/>
          <ac:spMkLst>
            <pc:docMk/>
            <pc:sldMk cId="0" sldId="325"/>
            <ac:spMk id="48" creationId="{2394A336-4E40-C934-2E79-9BF64A73A7E4}"/>
          </ac:spMkLst>
        </pc:spChg>
        <pc:spChg chg="add mod">
          <ac:chgData name="Mattéo TREMISI" userId="e344fc52-7e33-4822-85ed-50fd192645c1" providerId="ADAL" clId="{921FD83F-E93C-4172-927C-39516FB4C889}" dt="2026-09-06T13:56:51.117" v="1706" actId="1076"/>
          <ac:spMkLst>
            <pc:docMk/>
            <pc:sldMk cId="0" sldId="325"/>
            <ac:spMk id="50" creationId="{3E39E0A0-3289-9138-5F54-C9A6BBC3FD73}"/>
          </ac:spMkLst>
        </pc:spChg>
        <pc:spChg chg="del">
          <ac:chgData name="Mattéo TREMISI" userId="e344fc52-7e33-4822-85ed-50fd192645c1" providerId="ADAL" clId="{921FD83F-E93C-4172-927C-39516FB4C889}" dt="2026-09-06T13:35:33.451" v="1504" actId="478"/>
          <ac:spMkLst>
            <pc:docMk/>
            <pc:sldMk cId="0" sldId="325"/>
            <ac:spMk id="900" creationId="{00000000-0000-0000-0000-000000000000}"/>
          </ac:spMkLst>
        </pc:spChg>
      </pc:sldChg>
      <pc:sldChg chg="delSp modSp del mod">
        <pc:chgData name="Mattéo TREMISI" userId="e344fc52-7e33-4822-85ed-50fd192645c1" providerId="ADAL" clId="{921FD83F-E93C-4172-927C-39516FB4C889}" dt="2026-09-06T13:59:52.261" v="1937" actId="478"/>
        <pc:sldMkLst>
          <pc:docMk/>
          <pc:sldMk cId="0" sldId="326"/>
        </pc:sldMkLst>
        <pc:spChg chg="mod">
          <ac:chgData name="Mattéo TREMISI" userId="e344fc52-7e33-4822-85ed-50fd192645c1" providerId="ADAL" clId="{921FD83F-E93C-4172-927C-39516FB4C889}" dt="2026-09-06T13:57:49.287" v="1844" actId="20577"/>
          <ac:spMkLst>
            <pc:docMk/>
            <pc:sldMk cId="0" sldId="326"/>
            <ac:spMk id="2" creationId="{00000000-0000-0000-0000-000000000000}"/>
          </ac:spMkLst>
        </pc:spChg>
        <pc:spChg chg="del">
          <ac:chgData name="Mattéo TREMISI" userId="e344fc52-7e33-4822-85ed-50fd192645c1" providerId="ADAL" clId="{921FD83F-E93C-4172-927C-39516FB4C889}" dt="2026-09-06T13:59:52.261" v="1937" actId="478"/>
          <ac:spMkLst>
            <pc:docMk/>
            <pc:sldMk cId="0" sldId="326"/>
            <ac:spMk id="18" creationId="{C0CB03E1-D7D5-83A2-0D9F-2EE6818C0F43}"/>
          </ac:spMkLst>
        </pc:spChg>
        <pc:graphicFrameChg chg="modGraphic">
          <ac:chgData name="Mattéo TREMISI" userId="e344fc52-7e33-4822-85ed-50fd192645c1" providerId="ADAL" clId="{921FD83F-E93C-4172-927C-39516FB4C889}" dt="2026-09-06T13:59:46.883" v="1936" actId="20577"/>
          <ac:graphicFrameMkLst>
            <pc:docMk/>
            <pc:sldMk cId="0" sldId="326"/>
            <ac:graphicFrameMk id="15" creationId="{00000000-0000-0000-0000-000000000000}"/>
          </ac:graphicFrameMkLst>
        </pc:graphicFrameChg>
      </pc:sldChg>
      <pc:sldChg chg="addSp delSp modSp add del mod setBg">
        <pc:chgData name="Mattéo TREMISI" userId="e344fc52-7e33-4822-85ed-50fd192645c1" providerId="ADAL" clId="{921FD83F-E93C-4172-927C-39516FB4C889}" dt="2026-09-06T23:00:57.128" v="2272"/>
        <pc:sldMkLst>
          <pc:docMk/>
          <pc:sldMk cId="0" sldId="327"/>
        </pc:sldMkLst>
        <pc:spChg chg="add mod">
          <ac:chgData name="Mattéo TREMISI" userId="e344fc52-7e33-4822-85ed-50fd192645c1" providerId="ADAL" clId="{921FD83F-E93C-4172-927C-39516FB4C889}" dt="2026-09-06T23:00:43.280" v="2181"/>
          <ac:spMkLst>
            <pc:docMk/>
            <pc:sldMk cId="0" sldId="327"/>
            <ac:spMk id="4" creationId="{CC1717A1-ECE0-4BF4-B33F-AE5A805B6964}"/>
          </ac:spMkLst>
        </pc:spChg>
        <pc:spChg chg="add mod">
          <ac:chgData name="Mattéo TREMISI" userId="e344fc52-7e33-4822-85ed-50fd192645c1" providerId="ADAL" clId="{921FD83F-E93C-4172-927C-39516FB4C889}" dt="2026-09-06T23:00:43.280" v="2184"/>
          <ac:spMkLst>
            <pc:docMk/>
            <pc:sldMk cId="0" sldId="327"/>
            <ac:spMk id="5" creationId="{B80089F3-255B-45F1-8C65-4A9AC7962EDC}"/>
          </ac:spMkLst>
        </pc:spChg>
        <pc:spChg chg="add mod">
          <ac:chgData name="Mattéo TREMISI" userId="e344fc52-7e33-4822-85ed-50fd192645c1" providerId="ADAL" clId="{921FD83F-E93C-4172-927C-39516FB4C889}" dt="2026-09-06T23:00:43.280" v="2187"/>
          <ac:spMkLst>
            <pc:docMk/>
            <pc:sldMk cId="0" sldId="327"/>
            <ac:spMk id="6" creationId="{E58713B9-06F2-4EA9-9C91-4943795E4CEB}"/>
          </ac:spMkLst>
        </pc:spChg>
        <pc:spChg chg="add mod">
          <ac:chgData name="Mattéo TREMISI" userId="e344fc52-7e33-4822-85ed-50fd192645c1" providerId="ADAL" clId="{921FD83F-E93C-4172-927C-39516FB4C889}" dt="2026-09-06T23:00:43.289" v="2194"/>
          <ac:spMkLst>
            <pc:docMk/>
            <pc:sldMk cId="0" sldId="327"/>
            <ac:spMk id="7" creationId="{C230631E-8AA7-4D26-AF63-6AFD1A872B68}"/>
          </ac:spMkLst>
        </pc:spChg>
        <pc:spChg chg="add mod">
          <ac:chgData name="Mattéo TREMISI" userId="e344fc52-7e33-4822-85ed-50fd192645c1" providerId="ADAL" clId="{921FD83F-E93C-4172-927C-39516FB4C889}" dt="2026-09-06T23:00:43.299" v="2200"/>
          <ac:spMkLst>
            <pc:docMk/>
            <pc:sldMk cId="0" sldId="327"/>
            <ac:spMk id="8" creationId="{EFA6B6A6-8E72-4993-80A3-3E423A0136BE}"/>
          </ac:spMkLst>
        </pc:spChg>
        <pc:spChg chg="add mod">
          <ac:chgData name="Mattéo TREMISI" userId="e344fc52-7e33-4822-85ed-50fd192645c1" providerId="ADAL" clId="{921FD83F-E93C-4172-927C-39516FB4C889}" dt="2026-09-06T23:00:43.301" v="2203"/>
          <ac:spMkLst>
            <pc:docMk/>
            <pc:sldMk cId="0" sldId="327"/>
            <ac:spMk id="9" creationId="{1C1CD2D6-9072-45B7-9496-EC8CE1E1AB62}"/>
          </ac:spMkLst>
        </pc:spChg>
        <pc:spChg chg="del">
          <ac:chgData name="Mattéo TREMISI" userId="e344fc52-7e33-4822-85ed-50fd192645c1" providerId="ADAL" clId="{921FD83F-E93C-4172-927C-39516FB4C889}" dt="2026-09-06T23:00:43.230" v="2170"/>
          <ac:spMkLst>
            <pc:docMk/>
            <pc:sldMk cId="0" sldId="327"/>
            <ac:spMk id="10" creationId="{00000000-0000-0000-0000-000000000000}"/>
          </ac:spMkLst>
        </pc:spChg>
        <pc:spChg chg="del">
          <ac:chgData name="Mattéo TREMISI" userId="e344fc52-7e33-4822-85ed-50fd192645c1" providerId="ADAL" clId="{921FD83F-E93C-4172-927C-39516FB4C889}" dt="2026-09-06T23:00:43.231" v="2171"/>
          <ac:spMkLst>
            <pc:docMk/>
            <pc:sldMk cId="0" sldId="327"/>
            <ac:spMk id="11" creationId="{00000000-0000-0000-0000-000000000000}"/>
          </ac:spMkLst>
        </pc:spChg>
        <pc:spChg chg="del">
          <ac:chgData name="Mattéo TREMISI" userId="e344fc52-7e33-4822-85ed-50fd192645c1" providerId="ADAL" clId="{921FD83F-E93C-4172-927C-39516FB4C889}" dt="2026-09-06T23:00:43.233" v="2172"/>
          <ac:spMkLst>
            <pc:docMk/>
            <pc:sldMk cId="0" sldId="327"/>
            <ac:spMk id="12" creationId="{00000000-0000-0000-0000-000000000000}"/>
          </ac:spMkLst>
        </pc:spChg>
        <pc:spChg chg="del">
          <ac:chgData name="Mattéo TREMISI" userId="e344fc52-7e33-4822-85ed-50fd192645c1" providerId="ADAL" clId="{921FD83F-E93C-4172-927C-39516FB4C889}" dt="2026-09-06T23:00:43.234" v="2173"/>
          <ac:spMkLst>
            <pc:docMk/>
            <pc:sldMk cId="0" sldId="327"/>
            <ac:spMk id="13" creationId="{00000000-0000-0000-0000-000000000000}"/>
          </ac:spMkLst>
        </pc:spChg>
        <pc:spChg chg="add del">
          <ac:chgData name="Mattéo TREMISI" userId="e344fc52-7e33-4822-85ed-50fd192645c1" providerId="ADAL" clId="{921FD83F-E93C-4172-927C-39516FB4C889}" dt="2026-09-06T23:00:43.234" v="2174"/>
          <ac:spMkLst>
            <pc:docMk/>
            <pc:sldMk cId="0" sldId="327"/>
            <ac:spMk id="14" creationId="{00000000-0000-0000-0000-000000000000}"/>
          </ac:spMkLst>
        </pc:spChg>
        <pc:spChg chg="del">
          <ac:chgData name="Mattéo TREMISI" userId="e344fc52-7e33-4822-85ed-50fd192645c1" providerId="ADAL" clId="{921FD83F-E93C-4172-927C-39516FB4C889}" dt="2026-09-06T23:00:43.235" v="2175"/>
          <ac:spMkLst>
            <pc:docMk/>
            <pc:sldMk cId="0" sldId="327"/>
            <ac:spMk id="15" creationId="{00000000-0000-0000-0000-000000000000}"/>
          </ac:spMkLst>
        </pc:spChg>
        <pc:spChg chg="del">
          <ac:chgData name="Mattéo TREMISI" userId="e344fc52-7e33-4822-85ed-50fd192645c1" providerId="ADAL" clId="{921FD83F-E93C-4172-927C-39516FB4C889}" dt="2026-09-06T23:00:43.235" v="2176"/>
          <ac:spMkLst>
            <pc:docMk/>
            <pc:sldMk cId="0" sldId="327"/>
            <ac:spMk id="16" creationId="{00000000-0000-0000-0000-000000000000}"/>
          </ac:spMkLst>
        </pc:spChg>
        <pc:spChg chg="del">
          <ac:chgData name="Mattéo TREMISI" userId="e344fc52-7e33-4822-85ed-50fd192645c1" providerId="ADAL" clId="{921FD83F-E93C-4172-927C-39516FB4C889}" dt="2026-09-06T23:00:43.236" v="2177"/>
          <ac:spMkLst>
            <pc:docMk/>
            <pc:sldMk cId="0" sldId="327"/>
            <ac:spMk id="17" creationId="{00000000-0000-0000-0000-000000000000}"/>
          </ac:spMkLst>
        </pc:spChg>
        <pc:spChg chg="del">
          <ac:chgData name="Mattéo TREMISI" userId="e344fc52-7e33-4822-85ed-50fd192645c1" providerId="ADAL" clId="{921FD83F-E93C-4172-927C-39516FB4C889}" dt="2026-09-06T23:00:43.236" v="2178"/>
          <ac:spMkLst>
            <pc:docMk/>
            <pc:sldMk cId="0" sldId="327"/>
            <ac:spMk id="18" creationId="{00000000-0000-0000-0000-000000000000}"/>
          </ac:spMkLst>
        </pc:spChg>
        <pc:spChg chg="add mod">
          <ac:chgData name="Mattéo TREMISI" userId="e344fc52-7e33-4822-85ed-50fd192645c1" providerId="ADAL" clId="{921FD83F-E93C-4172-927C-39516FB4C889}" dt="2026-09-06T23:00:43.305" v="2208"/>
          <ac:spMkLst>
            <pc:docMk/>
            <pc:sldMk cId="0" sldId="327"/>
            <ac:spMk id="19" creationId="{E7F0AEC8-E43D-4CB2-B821-8696837F7B95}"/>
          </ac:spMkLst>
        </pc:spChg>
        <pc:spChg chg="add mod">
          <ac:chgData name="Mattéo TREMISI" userId="e344fc52-7e33-4822-85ed-50fd192645c1" providerId="ADAL" clId="{921FD83F-E93C-4172-927C-39516FB4C889}" dt="2026-09-06T23:00:43.305" v="2211"/>
          <ac:spMkLst>
            <pc:docMk/>
            <pc:sldMk cId="0" sldId="327"/>
            <ac:spMk id="20" creationId="{6F53A3AB-0D9A-4678-8CD4-952C2962E25A}"/>
          </ac:spMkLst>
        </pc:spChg>
        <pc:spChg chg="add mod">
          <ac:chgData name="Mattéo TREMISI" userId="e344fc52-7e33-4822-85ed-50fd192645c1" providerId="ADAL" clId="{921FD83F-E93C-4172-927C-39516FB4C889}" dt="2026-09-06T23:00:43.307" v="2216"/>
          <ac:spMkLst>
            <pc:docMk/>
            <pc:sldMk cId="0" sldId="327"/>
            <ac:spMk id="21" creationId="{08DB5526-72A6-4305-93EA-8B02031D87B9}"/>
          </ac:spMkLst>
        </pc:spChg>
        <pc:spChg chg="add mod">
          <ac:chgData name="Mattéo TREMISI" userId="e344fc52-7e33-4822-85ed-50fd192645c1" providerId="ADAL" clId="{921FD83F-E93C-4172-927C-39516FB4C889}" dt="2026-09-06T23:00:43.309" v="2219"/>
          <ac:spMkLst>
            <pc:docMk/>
            <pc:sldMk cId="0" sldId="327"/>
            <ac:spMk id="22" creationId="{6D469496-33A3-47E3-91D8-0D96F7568AF3}"/>
          </ac:spMkLst>
        </pc:spChg>
        <pc:spChg chg="add mod">
          <ac:chgData name="Mattéo TREMISI" userId="e344fc52-7e33-4822-85ed-50fd192645c1" providerId="ADAL" clId="{921FD83F-E93C-4172-927C-39516FB4C889}" dt="2026-09-06T23:00:43.313" v="2224"/>
          <ac:spMkLst>
            <pc:docMk/>
            <pc:sldMk cId="0" sldId="327"/>
            <ac:spMk id="23" creationId="{3855EF10-A441-48F7-968C-2755A47188A0}"/>
          </ac:spMkLst>
        </pc:spChg>
        <pc:spChg chg="add mod">
          <ac:chgData name="Mattéo TREMISI" userId="e344fc52-7e33-4822-85ed-50fd192645c1" providerId="ADAL" clId="{921FD83F-E93C-4172-927C-39516FB4C889}" dt="2026-09-06T23:00:43.314" v="2227"/>
          <ac:spMkLst>
            <pc:docMk/>
            <pc:sldMk cId="0" sldId="327"/>
            <ac:spMk id="24" creationId="{484BEDAE-49F5-4EA5-B16F-1F076D2E4EC8}"/>
          </ac:spMkLst>
        </pc:spChg>
        <pc:spChg chg="add mod">
          <ac:chgData name="Mattéo TREMISI" userId="e344fc52-7e33-4822-85ed-50fd192645c1" providerId="ADAL" clId="{921FD83F-E93C-4172-927C-39516FB4C889}" dt="2026-09-06T23:00:43.316" v="2230"/>
          <ac:spMkLst>
            <pc:docMk/>
            <pc:sldMk cId="0" sldId="327"/>
            <ac:spMk id="25" creationId="{BA3B3027-B9FD-4DC5-B704-000E50049865}"/>
          </ac:spMkLst>
        </pc:spChg>
        <pc:spChg chg="add mod">
          <ac:chgData name="Mattéo TREMISI" userId="e344fc52-7e33-4822-85ed-50fd192645c1" providerId="ADAL" clId="{921FD83F-E93C-4172-927C-39516FB4C889}" dt="2026-09-06T23:00:43.316" v="2233"/>
          <ac:spMkLst>
            <pc:docMk/>
            <pc:sldMk cId="0" sldId="327"/>
            <ac:spMk id="26" creationId="{DC326B61-D037-4624-91C7-DB0F5171F1E5}"/>
          </ac:spMkLst>
        </pc:spChg>
        <pc:spChg chg="add mod">
          <ac:chgData name="Mattéo TREMISI" userId="e344fc52-7e33-4822-85ed-50fd192645c1" providerId="ADAL" clId="{921FD83F-E93C-4172-927C-39516FB4C889}" dt="2026-09-06T23:00:43.320" v="2240"/>
          <ac:spMkLst>
            <pc:docMk/>
            <pc:sldMk cId="0" sldId="327"/>
            <ac:spMk id="27" creationId="{80CC4D69-7AC1-4F8A-946E-4DC820817138}"/>
          </ac:spMkLst>
        </pc:spChg>
        <pc:spChg chg="add mod">
          <ac:chgData name="Mattéo TREMISI" userId="e344fc52-7e33-4822-85ed-50fd192645c1" providerId="ADAL" clId="{921FD83F-E93C-4172-927C-39516FB4C889}" dt="2026-09-06T23:00:43.322" v="2246"/>
          <ac:spMkLst>
            <pc:docMk/>
            <pc:sldMk cId="0" sldId="327"/>
            <ac:spMk id="28" creationId="{BABC8CBA-0A57-4A00-9916-21D203165777}"/>
          </ac:spMkLst>
        </pc:spChg>
        <pc:spChg chg="add mod">
          <ac:chgData name="Mattéo TREMISI" userId="e344fc52-7e33-4822-85ed-50fd192645c1" providerId="ADAL" clId="{921FD83F-E93C-4172-927C-39516FB4C889}" dt="2026-09-06T23:00:43.324" v="2249"/>
          <ac:spMkLst>
            <pc:docMk/>
            <pc:sldMk cId="0" sldId="327"/>
            <ac:spMk id="29" creationId="{5555BDDA-9EE8-4F5A-B65A-EAA3C136B613}"/>
          </ac:spMkLst>
        </pc:spChg>
        <pc:spChg chg="add mod">
          <ac:chgData name="Mattéo TREMISI" userId="e344fc52-7e33-4822-85ed-50fd192645c1" providerId="ADAL" clId="{921FD83F-E93C-4172-927C-39516FB4C889}" dt="2026-09-06T23:00:43.327" v="2254"/>
          <ac:spMkLst>
            <pc:docMk/>
            <pc:sldMk cId="0" sldId="327"/>
            <ac:spMk id="30" creationId="{86F9F5D2-AC40-471E-A753-20BA63DC3139}"/>
          </ac:spMkLst>
        </pc:spChg>
        <pc:spChg chg="add mod">
          <ac:chgData name="Mattéo TREMISI" userId="e344fc52-7e33-4822-85ed-50fd192645c1" providerId="ADAL" clId="{921FD83F-E93C-4172-927C-39516FB4C889}" dt="2026-09-06T23:00:43.327" v="2257"/>
          <ac:spMkLst>
            <pc:docMk/>
            <pc:sldMk cId="0" sldId="327"/>
            <ac:spMk id="31" creationId="{ABA314C3-4752-400A-A593-B84B35C8F4E6}"/>
          </ac:spMkLst>
        </pc:spChg>
        <pc:spChg chg="add mod">
          <ac:chgData name="Mattéo TREMISI" userId="e344fc52-7e33-4822-85ed-50fd192645c1" providerId="ADAL" clId="{921FD83F-E93C-4172-927C-39516FB4C889}" dt="2026-09-06T23:00:43.329" v="2262"/>
          <ac:spMkLst>
            <pc:docMk/>
            <pc:sldMk cId="0" sldId="327"/>
            <ac:spMk id="32" creationId="{04E113B3-B849-4785-8F95-9A8AFAEAB4A2}"/>
          </ac:spMkLst>
        </pc:spChg>
        <pc:spChg chg="add mod">
          <ac:chgData name="Mattéo TREMISI" userId="e344fc52-7e33-4822-85ed-50fd192645c1" providerId="ADAL" clId="{921FD83F-E93C-4172-927C-39516FB4C889}" dt="2026-09-06T23:00:43.329" v="2265"/>
          <ac:spMkLst>
            <pc:docMk/>
            <pc:sldMk cId="0" sldId="327"/>
            <ac:spMk id="33" creationId="{896B8A45-59B5-4242-AAE1-59DB1029E328}"/>
          </ac:spMkLst>
        </pc:spChg>
        <pc:spChg chg="add mod">
          <ac:chgData name="Mattéo TREMISI" userId="e344fc52-7e33-4822-85ed-50fd192645c1" providerId="ADAL" clId="{921FD83F-E93C-4172-927C-39516FB4C889}" dt="2026-09-06T23:00:43.333" v="2270"/>
          <ac:spMkLst>
            <pc:docMk/>
            <pc:sldMk cId="0" sldId="327"/>
            <ac:spMk id="34" creationId="{BCA8566F-DCE4-4208-83A4-CEA95FDB6101}"/>
          </ac:spMkLst>
        </pc:spChg>
      </pc:sldChg>
      <pc:sldChg chg="add del">
        <pc:chgData name="Mattéo TREMISI" userId="e344fc52-7e33-4822-85ed-50fd192645c1" providerId="ADAL" clId="{921FD83F-E93C-4172-927C-39516FB4C889}" dt="2026-09-06T23:00:57.867" v="2274"/>
        <pc:sldMkLst>
          <pc:docMk/>
          <pc:sldMk cId="2307282341" sldId="329"/>
        </pc:sldMkLst>
      </pc:sldChg>
      <pc:sldChg chg="modSp add mod">
        <pc:chgData name="Mattéo TREMISI" userId="e344fc52-7e33-4822-85ed-50fd192645c1" providerId="ADAL" clId="{921FD83F-E93C-4172-927C-39516FB4C889}" dt="2026-09-07T08:22:00.006" v="2376" actId="20577"/>
        <pc:sldMkLst>
          <pc:docMk/>
          <pc:sldMk cId="321569418" sldId="330"/>
        </pc:sldMkLst>
        <pc:spChg chg="mod">
          <ac:chgData name="Mattéo TREMISI" userId="e344fc52-7e33-4822-85ed-50fd192645c1" providerId="ADAL" clId="{921FD83F-E93C-4172-927C-39516FB4C889}" dt="2026-09-06T23:07:51.570" v="2304" actId="790"/>
          <ac:spMkLst>
            <pc:docMk/>
            <pc:sldMk cId="321569418" sldId="330"/>
            <ac:spMk id="3" creationId="{00000000-0000-0000-0000-000000000000}"/>
          </ac:spMkLst>
        </pc:spChg>
        <pc:spChg chg="mod">
          <ac:chgData name="Mattéo TREMISI" userId="e344fc52-7e33-4822-85ed-50fd192645c1" providerId="ADAL" clId="{921FD83F-E93C-4172-927C-39516FB4C889}" dt="2026-09-06T23:02:49.246" v="2278" actId="20577"/>
          <ac:spMkLst>
            <pc:docMk/>
            <pc:sldMk cId="321569418" sldId="330"/>
            <ac:spMk id="19" creationId="{E7F0AEC8-E43D-4CB2-B821-8696837F7B95}"/>
          </ac:spMkLst>
        </pc:spChg>
        <pc:spChg chg="mod">
          <ac:chgData name="Mattéo TREMISI" userId="e344fc52-7e33-4822-85ed-50fd192645c1" providerId="ADAL" clId="{921FD83F-E93C-4172-927C-39516FB4C889}" dt="2026-09-06T23:16:47.929" v="2355" actId="20577"/>
          <ac:spMkLst>
            <pc:docMk/>
            <pc:sldMk cId="321569418" sldId="330"/>
            <ac:spMk id="30" creationId="{86F9F5D2-AC40-471E-A753-20BA63DC3139}"/>
          </ac:spMkLst>
        </pc:spChg>
        <pc:spChg chg="mod">
          <ac:chgData name="Mattéo TREMISI" userId="e344fc52-7e33-4822-85ed-50fd192645c1" providerId="ADAL" clId="{921FD83F-E93C-4172-927C-39516FB4C889}" dt="2026-09-06T23:16:59.047" v="2375" actId="20577"/>
          <ac:spMkLst>
            <pc:docMk/>
            <pc:sldMk cId="321569418" sldId="330"/>
            <ac:spMk id="32" creationId="{04E113B3-B849-4785-8F95-9A8AFAEAB4A2}"/>
          </ac:spMkLst>
        </pc:spChg>
        <pc:spChg chg="mod">
          <ac:chgData name="Mattéo TREMISI" userId="e344fc52-7e33-4822-85ed-50fd192645c1" providerId="ADAL" clId="{921FD83F-E93C-4172-927C-39516FB4C889}" dt="2026-09-07T08:22:00.006" v="2376" actId="20577"/>
          <ac:spMkLst>
            <pc:docMk/>
            <pc:sldMk cId="321569418" sldId="330"/>
            <ac:spMk id="34" creationId="{BCA8566F-DCE4-4208-83A4-CEA95FDB6101}"/>
          </ac:spMkLst>
        </pc:spChg>
      </pc:sldChg>
      <pc:sldChg chg="modSp add del mod setBg">
        <pc:chgData name="Mattéo TREMISI" userId="e344fc52-7e33-4822-85ed-50fd192645c1" providerId="ADAL" clId="{921FD83F-E93C-4172-927C-39516FB4C889}" dt="2026-09-06T10:18:01.302" v="1465"/>
        <pc:sldMkLst>
          <pc:docMk/>
          <pc:sldMk cId="4276453192" sldId="331"/>
        </pc:sldMkLst>
        <pc:spChg chg="mod">
          <ac:chgData name="Mattéo TREMISI" userId="e344fc52-7e33-4822-85ed-50fd192645c1" providerId="ADAL" clId="{921FD83F-E93C-4172-927C-39516FB4C889}" dt="2026-09-06T10:15:10.211" v="1457" actId="207"/>
          <ac:spMkLst>
            <pc:docMk/>
            <pc:sldMk cId="4276453192" sldId="331"/>
            <ac:spMk id="2" creationId="{00000000-0000-0000-0000-000000000000}"/>
          </ac:spMkLst>
        </pc:spChg>
        <pc:spChg chg="mod">
          <ac:chgData name="Mattéo TREMISI" userId="e344fc52-7e33-4822-85ed-50fd192645c1" providerId="ADAL" clId="{921FD83F-E93C-4172-927C-39516FB4C889}" dt="2026-09-06T10:15:10.211" v="1457" actId="207"/>
          <ac:spMkLst>
            <pc:docMk/>
            <pc:sldMk cId="4276453192" sldId="331"/>
            <ac:spMk id="18" creationId="{C0CB03E1-D7D5-83A2-0D9F-2EE6818C0F43}"/>
          </ac:spMkLst>
        </pc:spChg>
        <pc:spChg chg="mod">
          <ac:chgData name="Mattéo TREMISI" userId="e344fc52-7e33-4822-85ed-50fd192645c1" providerId="ADAL" clId="{921FD83F-E93C-4172-927C-39516FB4C889}" dt="2026-09-06T10:15:10.211" v="1457" actId="207"/>
          <ac:spMkLst>
            <pc:docMk/>
            <pc:sldMk cId="4276453192" sldId="331"/>
            <ac:spMk id="900" creationId="{00000000-0000-0000-0000-000000000000}"/>
          </ac:spMkLst>
        </pc:spChg>
        <pc:graphicFrameChg chg="modGraphic">
          <ac:chgData name="Mattéo TREMISI" userId="e344fc52-7e33-4822-85ed-50fd192645c1" providerId="ADAL" clId="{921FD83F-E93C-4172-927C-39516FB4C889}" dt="2026-09-06T10:15:09.670" v="1456" actId="207"/>
          <ac:graphicFrameMkLst>
            <pc:docMk/>
            <pc:sldMk cId="4276453192" sldId="331"/>
            <ac:graphicFrameMk id="15" creationId="{00000000-0000-0000-0000-000000000000}"/>
          </ac:graphicFrameMkLst>
        </pc:graphicFrameChg>
      </pc:sldChg>
      <pc:sldChg chg="add del">
        <pc:chgData name="Mattéo TREMISI" userId="e344fc52-7e33-4822-85ed-50fd192645c1" providerId="ADAL" clId="{921FD83F-E93C-4172-927C-39516FB4C889}" dt="2026-09-06T10:17:54.015" v="1461"/>
        <pc:sldMkLst>
          <pc:docMk/>
          <pc:sldMk cId="648172547" sldId="336"/>
        </pc:sldMkLst>
      </pc:sldChg>
      <pc:sldChg chg="add del">
        <pc:chgData name="Mattéo TREMISI" userId="e344fc52-7e33-4822-85ed-50fd192645c1" providerId="ADAL" clId="{921FD83F-E93C-4172-927C-39516FB4C889}" dt="2026-09-06T10:18:05.063" v="1467"/>
        <pc:sldMkLst>
          <pc:docMk/>
          <pc:sldMk cId="1884548264" sldId="337"/>
        </pc:sldMkLst>
      </pc:sldChg>
      <pc:sldChg chg="delSp modSp add del mod">
        <pc:chgData name="Mattéo TREMISI" userId="e344fc52-7e33-4822-85ed-50fd192645c1" providerId="ADAL" clId="{921FD83F-E93C-4172-927C-39516FB4C889}" dt="2026-09-06T10:17:57.555" v="1463"/>
        <pc:sldMkLst>
          <pc:docMk/>
          <pc:sldMk cId="501419895" sldId="340"/>
        </pc:sldMkLst>
        <pc:spChg chg="mod">
          <ac:chgData name="Mattéo TREMISI" userId="e344fc52-7e33-4822-85ed-50fd192645c1" providerId="ADAL" clId="{921FD83F-E93C-4172-927C-39516FB4C889}" dt="2026-09-06T10:13:26.082" v="1446" actId="1076"/>
          <ac:spMkLst>
            <pc:docMk/>
            <pc:sldMk cId="501419895" sldId="340"/>
            <ac:spMk id="7"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9"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11" creationId="{00000000-0000-0000-0000-000000000000}"/>
          </ac:spMkLst>
        </pc:spChg>
        <pc:spChg chg="mod">
          <ac:chgData name="Mattéo TREMISI" userId="e344fc52-7e33-4822-85ed-50fd192645c1" providerId="ADAL" clId="{921FD83F-E93C-4172-927C-39516FB4C889}" dt="2026-09-06T10:12:53.382" v="1441" actId="20577"/>
          <ac:spMkLst>
            <pc:docMk/>
            <pc:sldMk cId="501419895" sldId="340"/>
            <ac:spMk id="23" creationId="{00000000-0000-0000-0000-000000000000}"/>
          </ac:spMkLst>
        </pc:spChg>
        <pc:spChg chg="del">
          <ac:chgData name="Mattéo TREMISI" userId="e344fc52-7e33-4822-85ed-50fd192645c1" providerId="ADAL" clId="{921FD83F-E93C-4172-927C-39516FB4C889}" dt="2026-09-06T10:12:58.672" v="1442" actId="478"/>
          <ac:spMkLst>
            <pc:docMk/>
            <pc:sldMk cId="501419895" sldId="340"/>
            <ac:spMk id="24" creationId="{00000000-0000-0000-0000-000000000000}"/>
          </ac:spMkLst>
        </pc:spChg>
        <pc:spChg chg="del mod">
          <ac:chgData name="Mattéo TREMISI" userId="e344fc52-7e33-4822-85ed-50fd192645c1" providerId="ADAL" clId="{921FD83F-E93C-4172-927C-39516FB4C889}" dt="2026-09-06T10:13:01.508" v="1444" actId="478"/>
          <ac:spMkLst>
            <pc:docMk/>
            <pc:sldMk cId="501419895" sldId="340"/>
            <ac:spMk id="25" creationId="{00000000-0000-0000-0000-000000000000}"/>
          </ac:spMkLst>
        </pc:spChg>
        <pc:spChg chg="del">
          <ac:chgData name="Mattéo TREMISI" userId="e344fc52-7e33-4822-85ed-50fd192645c1" providerId="ADAL" clId="{921FD83F-E93C-4172-927C-39516FB4C889}" dt="2026-09-06T10:13:02.433" v="1445" actId="478"/>
          <ac:spMkLst>
            <pc:docMk/>
            <pc:sldMk cId="501419895" sldId="340"/>
            <ac:spMk id="26" creationId="{00000000-0000-0000-0000-000000000000}"/>
          </ac:spMkLst>
        </pc:spChg>
      </pc:sldChg>
      <pc:sldChg chg="add del">
        <pc:chgData name="Mattéo TREMISI" userId="e344fc52-7e33-4822-85ed-50fd192645c1" providerId="ADAL" clId="{921FD83F-E93C-4172-927C-39516FB4C889}" dt="2026-09-06T10:18:08.950" v="1469"/>
        <pc:sldMkLst>
          <pc:docMk/>
          <pc:sldMk cId="3331689419" sldId="341"/>
        </pc:sldMkLst>
      </pc:sldChg>
      <pc:sldChg chg="add del">
        <pc:chgData name="Mattéo TREMISI" userId="e344fc52-7e33-4822-85ed-50fd192645c1" providerId="ADAL" clId="{921FD83F-E93C-4172-927C-39516FB4C889}" dt="2026-09-06T10:18:12.184" v="1471"/>
        <pc:sldMkLst>
          <pc:docMk/>
          <pc:sldMk cId="2207000464" sldId="342"/>
        </pc:sldMkLst>
      </pc:sldChg>
      <pc:sldChg chg="add del">
        <pc:chgData name="Mattéo TREMISI" userId="e344fc52-7e33-4822-85ed-50fd192645c1" providerId="ADAL" clId="{921FD83F-E93C-4172-927C-39516FB4C889}" dt="2026-09-06T13:34:08.930" v="1486" actId="47"/>
        <pc:sldMkLst>
          <pc:docMk/>
          <pc:sldMk cId="3367646704" sldId="343"/>
        </pc:sldMkLst>
      </pc:sldChg>
      <pc:sldChg chg="new del">
        <pc:chgData name="Mattéo TREMISI" userId="e344fc52-7e33-4822-85ed-50fd192645c1" providerId="ADAL" clId="{921FD83F-E93C-4172-927C-39516FB4C889}" dt="2026-09-06T09:25:40.880" v="1282" actId="680"/>
        <pc:sldMkLst>
          <pc:docMk/>
          <pc:sldMk cId="858914902" sldId="344"/>
        </pc:sldMkLst>
      </pc:sldChg>
      <pc:sldChg chg="add del">
        <pc:chgData name="Mattéo TREMISI" userId="e344fc52-7e33-4822-85ed-50fd192645c1" providerId="ADAL" clId="{921FD83F-E93C-4172-927C-39516FB4C889}" dt="2026-09-06T10:20:12.859" v="1473"/>
        <pc:sldMkLst>
          <pc:docMk/>
          <pc:sldMk cId="2419364855" sldId="344"/>
        </pc:sldMkLst>
      </pc:sldChg>
      <pc:sldChg chg="add del">
        <pc:chgData name="Mattéo TREMISI" userId="e344fc52-7e33-4822-85ed-50fd192645c1" providerId="ADAL" clId="{921FD83F-E93C-4172-927C-39516FB4C889}" dt="2026-09-06T10:20:14.380" v="1475"/>
        <pc:sldMkLst>
          <pc:docMk/>
          <pc:sldMk cId="2265329616" sldId="345"/>
        </pc:sldMkLst>
      </pc:sldChg>
      <pc:sldChg chg="add del">
        <pc:chgData name="Mattéo TREMISI" userId="e344fc52-7e33-4822-85ed-50fd192645c1" providerId="ADAL" clId="{921FD83F-E93C-4172-927C-39516FB4C889}" dt="2026-09-06T10:20:16.654" v="1477"/>
        <pc:sldMkLst>
          <pc:docMk/>
          <pc:sldMk cId="130208056" sldId="346"/>
        </pc:sldMkLst>
      </pc:sldChg>
      <pc:sldChg chg="add del">
        <pc:chgData name="Mattéo TREMISI" userId="e344fc52-7e33-4822-85ed-50fd192645c1" providerId="ADAL" clId="{921FD83F-E93C-4172-927C-39516FB4C889}" dt="2026-09-06T10:20:18.243" v="1479"/>
        <pc:sldMkLst>
          <pc:docMk/>
          <pc:sldMk cId="3290683813" sldId="347"/>
        </pc:sldMkLst>
      </pc:sldChg>
      <pc:sldChg chg="add del">
        <pc:chgData name="Mattéo TREMISI" userId="e344fc52-7e33-4822-85ed-50fd192645c1" providerId="ADAL" clId="{921FD83F-E93C-4172-927C-39516FB4C889}" dt="2026-09-06T10:20:20.489" v="1481"/>
        <pc:sldMkLst>
          <pc:docMk/>
          <pc:sldMk cId="1794372022" sldId="348"/>
        </pc:sldMkLst>
      </pc:sldChg>
      <pc:sldChg chg="add del">
        <pc:chgData name="Mattéo TREMISI" userId="e344fc52-7e33-4822-85ed-50fd192645c1" providerId="ADAL" clId="{921FD83F-E93C-4172-927C-39516FB4C889}" dt="2026-09-06T10:20:21.765" v="1483"/>
        <pc:sldMkLst>
          <pc:docMk/>
          <pc:sldMk cId="358952211" sldId="349"/>
        </pc:sldMkLst>
      </pc:sldChg>
      <pc:sldChg chg="add del">
        <pc:chgData name="Mattéo TREMISI" userId="e344fc52-7e33-4822-85ed-50fd192645c1" providerId="ADAL" clId="{921FD83F-E93C-4172-927C-39516FB4C889}" dt="2026-09-06T13:34:08.930" v="1486" actId="47"/>
        <pc:sldMkLst>
          <pc:docMk/>
          <pc:sldMk cId="2423748632" sldId="350"/>
        </pc:sldMkLst>
      </pc:sldChg>
      <pc:sldChg chg="add del">
        <pc:chgData name="Mattéo TREMISI" userId="e344fc52-7e33-4822-85ed-50fd192645c1" providerId="ADAL" clId="{921FD83F-E93C-4172-927C-39516FB4C889}" dt="2026-09-06T13:34:08.930" v="1486" actId="47"/>
        <pc:sldMkLst>
          <pc:docMk/>
          <pc:sldMk cId="3975198330" sldId="351"/>
        </pc:sldMkLst>
      </pc:sldChg>
      <pc:sldChg chg="add del">
        <pc:chgData name="Mattéo TREMISI" userId="e344fc52-7e33-4822-85ed-50fd192645c1" providerId="ADAL" clId="{921FD83F-E93C-4172-927C-39516FB4C889}" dt="2026-09-06T13:34:08.930" v="1486" actId="47"/>
        <pc:sldMkLst>
          <pc:docMk/>
          <pc:sldMk cId="2353337516" sldId="352"/>
        </pc:sldMkLst>
      </pc:sldChg>
      <pc:sldChg chg="add del">
        <pc:chgData name="Mattéo TREMISI" userId="e344fc52-7e33-4822-85ed-50fd192645c1" providerId="ADAL" clId="{921FD83F-E93C-4172-927C-39516FB4C889}" dt="2026-09-06T13:34:08.930" v="1486" actId="47"/>
        <pc:sldMkLst>
          <pc:docMk/>
          <pc:sldMk cId="783072570" sldId="353"/>
        </pc:sldMkLst>
      </pc:sldChg>
      <pc:sldChg chg="add del">
        <pc:chgData name="Mattéo TREMISI" userId="e344fc52-7e33-4822-85ed-50fd192645c1" providerId="ADAL" clId="{921FD83F-E93C-4172-927C-39516FB4C889}" dt="2026-09-06T13:34:08.930" v="1486" actId="47"/>
        <pc:sldMkLst>
          <pc:docMk/>
          <pc:sldMk cId="1223963604" sldId="354"/>
        </pc:sldMkLst>
      </pc:sldChg>
      <pc:sldChg chg="add del">
        <pc:chgData name="Mattéo TREMISI" userId="e344fc52-7e33-4822-85ed-50fd192645c1" providerId="ADAL" clId="{921FD83F-E93C-4172-927C-39516FB4C889}" dt="2026-09-06T13:34:08.930" v="1486" actId="47"/>
        <pc:sldMkLst>
          <pc:docMk/>
          <pc:sldMk cId="711196351" sldId="355"/>
        </pc:sldMkLst>
      </pc:sldChg>
      <pc:sldMasterChg chg="addSldLayout delSldLayout modSldLayout">
        <pc:chgData name="Mattéo TREMISI" userId="e344fc52-7e33-4822-85ed-50fd192645c1" providerId="ADAL" clId="{921FD83F-E93C-4172-927C-39516FB4C889}" dt="2026-09-06T13:34:08.930" v="1486" actId="47"/>
        <pc:sldMasterMkLst>
          <pc:docMk/>
          <pc:sldMasterMk cId="0" sldId="2147483648"/>
        </pc:sldMasterMkLst>
        <pc:sldLayoutChg chg="delSp add mod">
          <pc:chgData name="Mattéo TREMISI" userId="e344fc52-7e33-4822-85ed-50fd192645c1" providerId="ADAL" clId="{921FD83F-E93C-4172-927C-39516FB4C889}" dt="2026-09-03T22:49:35.625" v="339"/>
          <pc:sldLayoutMkLst>
            <pc:docMk/>
            <pc:sldMasterMk cId="0" sldId="2147483648"/>
            <pc:sldLayoutMk cId="0" sldId="2147483655"/>
          </pc:sldLayoutMkLst>
        </pc:sldLayoutChg>
        <pc:sldLayoutChg chg="add del">
          <pc:chgData name="Mattéo TREMISI" userId="e344fc52-7e33-4822-85ed-50fd192645c1" providerId="ADAL" clId="{921FD83F-E93C-4172-927C-39516FB4C889}" dt="2026-09-06T13:34:08.930" v="1486" actId="47"/>
          <pc:sldLayoutMkLst>
            <pc:docMk/>
            <pc:sldMasterMk cId="0" sldId="2147483648"/>
            <pc:sldLayoutMk cId="0" sldId="214748365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Vulnérabilités</c:v>
                </c:pt>
              </c:strCache>
            </c:strRef>
          </c:tx>
          <c:spPr>
            <a:solidFill>
              <a:srgbClr val="1B2A4A"/>
            </a:solidFill>
            <a:effectLst/>
          </c:spPr>
          <c:invertIfNegative val="0"/>
          <c:dLbls>
            <c:numFmt formatCode="#,##0" sourceLinked="0"/>
            <c:spPr>
              <a:noFill/>
              <a:ln>
                <a:noFill/>
              </a:ln>
              <a:effectLst/>
            </c:spPr>
            <c:txPr>
              <a:bodyPr/>
              <a:lstStyle/>
              <a:p>
                <a:pPr>
                  <a:defRPr sz="1200" b="0" i="0" u="none" strike="noStrike">
                    <a:solidFill>
                      <a:srgbClr val="1B2A4A"/>
                    </a:solidFill>
                    <a:latin typeface="Lato"/>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Niveau abaissé</c:v>
                </c:pt>
                <c:pt idx="1">
                  <c:v>Niveau inchangé</c:v>
                </c:pt>
                <c:pt idx="2">
                  <c:v>Niveau relevé</c:v>
                </c:pt>
              </c:strCache>
            </c:strRef>
          </c:cat>
          <c:val>
            <c:numRef>
              <c:f>Sheet1!$B$2:$B$4</c:f>
              <c:numCache>
                <c:formatCode>General</c:formatCode>
                <c:ptCount val="3"/>
                <c:pt idx="0">
                  <c:v>4539</c:v>
                </c:pt>
                <c:pt idx="1">
                  <c:v>5113</c:v>
                </c:pt>
                <c:pt idx="2">
                  <c:v>1864</c:v>
                </c:pt>
              </c:numCache>
            </c:numRef>
          </c:val>
          <c:extLst>
            <c:ext xmlns:c16="http://schemas.microsoft.com/office/drawing/2014/chart" uri="{C3380CC4-5D6E-409C-BE32-E72D297353CC}">
              <c16:uniqueId val="{00000000-2709-4B4E-B725-EBA5CEEFC105}"/>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A3A"/>
                </a:solidFill>
                <a:latin typeface="Lato"/>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9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point de départ, observé sur le parc du cabinet : plus de six mille vulnérabilités sur une seule machine de supervision. Aucune équipe ne traite six mille lignes. Et le CVSS, qui est la référence du domaine, ne permet pas de choisir puisqu'il note la faille sans son contexte. Trier par CVSS conduit donc à des priorités qui ne correspondent pas aux enjeux de l'entreprise.</a:t>
            </a:r>
          </a:p>
          <a:p>
            <a:endParaRPr lang="en-US" dirty="0"/>
          </a:p>
          <a:p>
            <a:r>
              <a:rPr dirty="0"/>
              <a:t>— AJOUT v6 —</a:t>
            </a:r>
          </a:p>
          <a:p>
            <a:r>
              <a:rPr dirty="0"/>
              <a:t>Insister : 6 557, </a:t>
            </a:r>
            <a:r>
              <a:rPr dirty="0" err="1"/>
              <a:t>c'est</a:t>
            </a:r>
            <a:r>
              <a:rPr dirty="0"/>
              <a:t> UNE SEULE machine, pas le parc </a:t>
            </a:r>
            <a:r>
              <a:rPr dirty="0" err="1"/>
              <a:t>entier</a:t>
            </a:r>
            <a:r>
              <a:rPr dirty="0"/>
              <a:t>. [PAUSE]</a:t>
            </a:r>
          </a:p>
          <a:p>
            <a:r>
              <a:rPr dirty="0"/>
              <a:t>Le 80/20 : </a:t>
            </a:r>
            <a:r>
              <a:rPr dirty="0" err="1"/>
              <a:t>ces</a:t>
            </a:r>
            <a:r>
              <a:rPr dirty="0"/>
              <a:t> </a:t>
            </a:r>
            <a:r>
              <a:rPr dirty="0" err="1"/>
              <a:t>milliers</a:t>
            </a:r>
            <a:r>
              <a:rPr dirty="0"/>
              <a:t> de </a:t>
            </a:r>
            <a:r>
              <a:rPr dirty="0" err="1"/>
              <a:t>lignes</a:t>
            </a:r>
            <a:r>
              <a:rPr dirty="0"/>
              <a:t> se </a:t>
            </a:r>
            <a:r>
              <a:rPr dirty="0" err="1"/>
              <a:t>concentrent</a:t>
            </a:r>
            <a:r>
              <a:rPr dirty="0"/>
              <a:t> sur </a:t>
            </a:r>
            <a:r>
              <a:rPr dirty="0" err="1"/>
              <a:t>quelques</a:t>
            </a:r>
            <a:r>
              <a:rPr dirty="0"/>
              <a:t> </a:t>
            </a:r>
            <a:r>
              <a:rPr dirty="0" err="1"/>
              <a:t>paquets</a:t>
            </a:r>
            <a:r>
              <a:rPr dirty="0"/>
              <a:t>. Une montée de version de Tomcat, et des </a:t>
            </a:r>
            <a:r>
              <a:rPr dirty="0" err="1"/>
              <a:t>centaines</a:t>
            </a:r>
            <a:r>
              <a:rPr dirty="0"/>
              <a:t> de </a:t>
            </a:r>
            <a:r>
              <a:rPr dirty="0" err="1"/>
              <a:t>lignes</a:t>
            </a:r>
            <a:r>
              <a:rPr dirty="0"/>
              <a:t> </a:t>
            </a:r>
            <a:r>
              <a:rPr dirty="0" err="1"/>
              <a:t>tombent</a:t>
            </a:r>
            <a:r>
              <a:rPr dirty="0"/>
              <a:t> d'un coup. Le </a:t>
            </a:r>
            <a:r>
              <a:rPr dirty="0" err="1"/>
              <a:t>problème</a:t>
            </a:r>
            <a:r>
              <a:rPr dirty="0"/>
              <a:t> </a:t>
            </a:r>
            <a:r>
              <a:rPr dirty="0" err="1"/>
              <a:t>n'est</a:t>
            </a:r>
            <a:r>
              <a:rPr dirty="0"/>
              <a:t> pas le volume, </a:t>
            </a:r>
            <a:r>
              <a:rPr dirty="0" err="1"/>
              <a:t>c'est</a:t>
            </a:r>
            <a:r>
              <a:rPr dirty="0"/>
              <a:t> </a:t>
            </a:r>
            <a:r>
              <a:rPr dirty="0" err="1"/>
              <a:t>l'ordre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ne se contente pas de conclure : il prend un engagement, que je cite ici mot pour mot. Ces deux axes sont issus de la recette conduite avec Fadel Ghamlouche et Alexandre Chauvie. Ils étaient écrits, donc dus avant la soutenance. Les slides qui suivent présentent les mesures obtenues.</a:t>
            </a:r>
          </a:p>
          <a:p>
            <a:endParaRPr lang="en-US" dirty="0"/>
          </a:p>
          <a:p>
            <a:r>
              <a:rPr dirty="0"/>
              <a:t>— AJOUT v6 —</a:t>
            </a:r>
          </a:p>
          <a:p>
            <a:r>
              <a:rPr dirty="0" err="1"/>
              <a:t>Annoncer</a:t>
            </a:r>
            <a:r>
              <a:rPr dirty="0"/>
              <a:t> </a:t>
            </a:r>
            <a:r>
              <a:rPr dirty="0" err="1"/>
              <a:t>explicitement</a:t>
            </a:r>
            <a:r>
              <a:rPr dirty="0"/>
              <a:t> le renvoi : « le second axe, </a:t>
            </a:r>
            <a:r>
              <a:rPr dirty="0" err="1"/>
              <a:t>l'affinage</a:t>
            </a:r>
            <a:r>
              <a:rPr dirty="0"/>
              <a:t> de la </a:t>
            </a:r>
            <a:r>
              <a:rPr dirty="0" err="1"/>
              <a:t>valeur</a:t>
            </a:r>
            <a:r>
              <a:rPr dirty="0"/>
              <a:t> métier, je vous montre dans deux slides </a:t>
            </a:r>
            <a:r>
              <a:rPr dirty="0" err="1"/>
              <a:t>ce</a:t>
            </a:r>
            <a:r>
              <a:rPr dirty="0"/>
              <a:t> </a:t>
            </a:r>
            <a:r>
              <a:rPr dirty="0" err="1"/>
              <a:t>que</a:t>
            </a:r>
            <a:r>
              <a:rPr dirty="0"/>
              <a:t> la </a:t>
            </a:r>
            <a:r>
              <a:rPr dirty="0" err="1"/>
              <a:t>mesure</a:t>
            </a:r>
            <a:r>
              <a:rPr dirty="0"/>
              <a:t> </a:t>
            </a:r>
            <a:r>
              <a:rPr dirty="0" err="1"/>
              <a:t>en</a:t>
            </a:r>
            <a:r>
              <a:rPr dirty="0"/>
              <a:t> a </a:t>
            </a:r>
            <a:r>
              <a:rPr dirty="0" err="1"/>
              <a:t>révélé</a:t>
            </a:r>
            <a:r>
              <a:rPr dirty="0"/>
              <a:t>. » Ne pas dire « on y </a:t>
            </a:r>
            <a:r>
              <a:rPr dirty="0" err="1"/>
              <a:t>reviendra</a:t>
            </a:r>
            <a:r>
              <a:rPr dirty="0"/>
              <a:t> plus tard » sans dire </a:t>
            </a:r>
            <a:r>
              <a:rPr dirty="0" err="1"/>
              <a:t>quand</a:t>
            </a:r>
            <a:r>
              <a:rPr dirty="0"/>
              <a:t>.</a:t>
            </a:r>
          </a:p>
          <a:p>
            <a:r>
              <a:rPr dirty="0"/>
              <a:t>L'ancienne formulation « les sept slides </a:t>
            </a:r>
            <a:r>
              <a:rPr dirty="0" err="1"/>
              <a:t>suivantes</a:t>
            </a:r>
            <a:r>
              <a:rPr dirty="0"/>
              <a:t> » est </a:t>
            </a:r>
            <a:r>
              <a:rPr dirty="0" err="1"/>
              <a:t>fausse</a:t>
            </a:r>
            <a:r>
              <a:rPr dirty="0"/>
              <a:t> </a:t>
            </a:r>
            <a:r>
              <a:rPr dirty="0" err="1"/>
              <a:t>depuis</a:t>
            </a:r>
            <a:r>
              <a:rPr dirty="0"/>
              <a:t> la v6 : le </a:t>
            </a:r>
            <a:r>
              <a:rPr dirty="0" err="1"/>
              <a:t>chapitre</a:t>
            </a:r>
            <a:r>
              <a:rPr dirty="0"/>
              <a:t> </a:t>
            </a:r>
            <a:r>
              <a:rPr dirty="0" err="1"/>
              <a:t>en</a:t>
            </a:r>
            <a:r>
              <a:rPr dirty="0"/>
              <a:t> compte cinq.</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est simple : la notation est multipliée par un facteur dépendant de l'emplacement réseau. Deux points de conception. D'abord, un emplacement non renseigné donne un facteur neutre, donc je ne dégrade jamais une notation par manque d'information. Ensuite, les facteurs sont dans un fichier de configuration et non dans le code, parce que leur calibrage relève du métier et non du développeur.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résultat, qui complète le premier. Si le classement des actifs ne bouge pas, plus de la moitié des vulnérabilités changent de niveau de criticité : quatre mille cinq cents redescendent parce qu'elles sont sur le réseau interne protégé, mille huit cents remontent parce qu'elles sont exposées. Et les cent mieux notées restent identiques, ce qui montre que les priorités hautes ne sont pas diluées.</a:t>
            </a:r>
          </a:p>
          <a:p>
            <a:endParaRPr lang="en-US" dirty="0"/>
          </a:p>
          <a:p>
            <a:r>
              <a:rPr dirty="0"/>
              <a:t>— AJOUT v6 —</a:t>
            </a:r>
          </a:p>
          <a:p>
            <a:r>
              <a:rPr dirty="0"/>
              <a:t>Dire </a:t>
            </a:r>
            <a:r>
              <a:rPr dirty="0" err="1"/>
              <a:t>en</a:t>
            </a:r>
            <a:r>
              <a:rPr dirty="0"/>
              <a:t> </a:t>
            </a:r>
            <a:r>
              <a:rPr dirty="0" err="1"/>
              <a:t>une</a:t>
            </a:r>
            <a:r>
              <a:rPr dirty="0"/>
              <a:t> phrase le </a:t>
            </a:r>
            <a:r>
              <a:rPr dirty="0" err="1"/>
              <a:t>résultat</a:t>
            </a:r>
            <a:r>
              <a:rPr dirty="0"/>
              <a:t> passé </a:t>
            </a:r>
            <a:r>
              <a:rPr dirty="0" err="1"/>
              <a:t>en</a:t>
            </a:r>
            <a:r>
              <a:rPr dirty="0"/>
              <a:t> </a:t>
            </a:r>
            <a:r>
              <a:rPr dirty="0" err="1"/>
              <a:t>annexe</a:t>
            </a:r>
            <a:r>
              <a:rPr dirty="0"/>
              <a:t> : le </a:t>
            </a:r>
            <a:r>
              <a:rPr dirty="0" err="1"/>
              <a:t>facteur</a:t>
            </a:r>
            <a:r>
              <a:rPr dirty="0"/>
              <a:t> </a:t>
            </a:r>
            <a:r>
              <a:rPr dirty="0" err="1"/>
              <a:t>d'exposition</a:t>
            </a:r>
            <a:r>
              <a:rPr dirty="0"/>
              <a:t> ne </a:t>
            </a:r>
            <a:r>
              <a:rPr dirty="0" err="1"/>
              <a:t>provoque</a:t>
            </a:r>
            <a:r>
              <a:rPr dirty="0"/>
              <a:t> </a:t>
            </a:r>
            <a:r>
              <a:rPr dirty="0" err="1"/>
              <a:t>aucune</a:t>
            </a:r>
            <a:r>
              <a:rPr dirty="0"/>
              <a:t> inversion dans le </a:t>
            </a:r>
            <a:r>
              <a:rPr dirty="0" err="1"/>
              <a:t>classement</a:t>
            </a:r>
            <a:r>
              <a:rPr dirty="0"/>
              <a:t> des quatre </a:t>
            </a:r>
            <a:r>
              <a:rPr dirty="0" err="1"/>
              <a:t>actifs</a:t>
            </a:r>
            <a:r>
              <a:rPr dirty="0"/>
              <a:t> — </a:t>
            </a:r>
            <a:r>
              <a:rPr dirty="0" err="1"/>
              <a:t>ce</a:t>
            </a:r>
            <a:r>
              <a:rPr dirty="0"/>
              <a:t> qui est exposé est </a:t>
            </a:r>
            <a:r>
              <a:rPr dirty="0" err="1"/>
              <a:t>aussi</a:t>
            </a:r>
            <a:r>
              <a:rPr dirty="0"/>
              <a:t> </a:t>
            </a:r>
            <a:r>
              <a:rPr dirty="0" err="1"/>
              <a:t>ce</a:t>
            </a:r>
            <a:r>
              <a:rPr dirty="0"/>
              <a:t> qui est critique sur </a:t>
            </a:r>
            <a:r>
              <a:rPr dirty="0" err="1"/>
              <a:t>ce</a:t>
            </a:r>
            <a:r>
              <a:rPr dirty="0"/>
              <a:t> parc.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Et voilà ce que j'en fais concrètement. Le rapport fixait des seuils absolus ; la mesure montre qu'ils saturent sur ce parc, avec 46 % de lignes critiques. Deux lectures sont défendables et le tableau de bord permet de basculer de l'une à l'autre, en affichant en clair laquelle est active. Ce qui ne serait pas défendable, c'est de choisir le profil qui arrange le chiffre du moment.</a:t>
            </a:r>
          </a:p>
          <a:p>
            <a:r>
              <a:rPr lang="en-US" dirty="0"/>
              <a:t>Dernière conséquence de la mesure. La notation classait quarante-six pour cent des lignes en critique, alors que trois pour cent seulement des vulnérabilités sont critiques au sens du CVSS. La médiane tombe à cinquante-neuf pour un seuil fixé à soixante, donc le tri ne discrimine plus. J'ai implémenté deux lectures, absolue et relative, chacune avec sa justification, et le tableau de bord indique laquelle est active.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65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7E0CA09-CF0A-EC00-64C0-467AE150E986}"/>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pic>
        <p:nvPicPr>
          <p:cNvPr id="6" name="Image 0" descr="/home/claude/lpb-logo.png">
            <a:extLst>
              <a:ext uri="{FF2B5EF4-FFF2-40B4-BE49-F238E27FC236}">
                <a16:creationId xmlns:a16="http://schemas.microsoft.com/office/drawing/2014/main" id="{392DA01C-FEE8-E5AD-D89D-091191763811}"/>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1709625" y="55592"/>
            <a:ext cx="442248" cy="442248"/>
          </a:xfrm>
          <a:prstGeom prst="rect">
            <a:avLst/>
          </a:prstGeom>
        </p:spPr>
      </p:pic>
      <p:pic>
        <p:nvPicPr>
          <p:cNvPr id="8" name="Picture 2" descr="logo-Crédit-Mutuel - URBAN TRAIL MONTPELLIER">
            <a:extLst>
              <a:ext uri="{FF2B5EF4-FFF2-40B4-BE49-F238E27FC236}">
                <a16:creationId xmlns:a16="http://schemas.microsoft.com/office/drawing/2014/main" id="{312D333A-A9A2-97DA-E9A4-AAB1A5C5AEDB}"/>
              </a:ext>
            </a:extLst>
          </p:cNvPr>
          <p:cNvPicPr>
            <a:picLocks noChangeAspect="1" noChangeArrowheads="1"/>
          </p:cNvPicPr>
          <p:nvPr userDrawn="1"/>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0985870" y="55592"/>
            <a:ext cx="603065" cy="4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7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Espace réservé du numéro de diapositive 4">
            <a:extLst>
              <a:ext uri="{FF2B5EF4-FFF2-40B4-BE49-F238E27FC236}">
                <a16:creationId xmlns:a16="http://schemas.microsoft.com/office/drawing/2014/main" id="{E5E2ED2B-87CF-55FA-CE29-FAA7AD5D7285}"/>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spTree>
    <p:extLst>
      <p:ext uri="{BB962C8B-B14F-4D97-AF65-F5344CB8AC3E}">
        <p14:creationId xmlns:p14="http://schemas.microsoft.com/office/powerpoint/2010/main" val="272545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7" r:id="rId4"/>
    <p:sldLayoutId id="2147483658"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80475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969264"/>
            <a:ext cx="5486400" cy="274320"/>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LE POINT DE DÉPART</a:t>
            </a:r>
            <a:endParaRPr lang="en-US" sz="1100" dirty="0"/>
          </a:p>
        </p:txBody>
      </p:sp>
      <p:sp>
        <p:nvSpPr>
          <p:cNvPr id="3" name="Text 1"/>
          <p:cNvSpPr txBox="1"/>
          <p:nvPr/>
        </p:nvSpPr>
        <p:spPr>
          <a:xfrm>
            <a:off x="603504" y="1316736"/>
            <a:ext cx="5669280" cy="1737360"/>
          </a:xfrm>
          <a:prstGeom prst="rect">
            <a:avLst/>
          </a:prstGeom>
          <a:noFill/>
          <a:ln/>
        </p:spPr>
        <p:txBody>
          <a:bodyPr wrap="square" lIns="0" tIns="0" rIns="0" bIns="0" rtlCol="0" anchor="ctr"/>
          <a:lstStyle/>
          <a:p>
            <a:pPr marL="0" indent="0">
              <a:buNone/>
            </a:pPr>
            <a:r>
              <a:rPr lang="en-US" sz="13200" b="1" u="sng" dirty="0">
                <a:solidFill>
                  <a:srgbClr val="FFFFFF"/>
                </a:solidFill>
                <a:latin typeface="Lato" pitchFamily="34" charset="0"/>
                <a:ea typeface="Lato" pitchFamily="34" charset="-122"/>
                <a:cs typeface="Lato" pitchFamily="34" charset="-120"/>
              </a:rPr>
              <a:t>5 662</a:t>
            </a:r>
            <a:endParaRPr lang="en-US" sz="13200" u="sng" dirty="0"/>
          </a:p>
        </p:txBody>
      </p:sp>
      <p:sp>
        <p:nvSpPr>
          <p:cNvPr id="4" name="Text 2"/>
          <p:cNvSpPr txBox="1"/>
          <p:nvPr/>
        </p:nvSpPr>
        <p:spPr>
          <a:xfrm>
            <a:off x="658368" y="3054096"/>
            <a:ext cx="5029200" cy="548640"/>
          </a:xfrm>
          <a:prstGeom prst="rect">
            <a:avLst/>
          </a:prstGeom>
          <a:noFill/>
          <a:ln/>
        </p:spPr>
        <p:txBody>
          <a:bodyPr wrap="square" lIns="0" tIns="0" rIns="0" bIns="0" rtlCol="0" anchor="ctr"/>
          <a:lstStyle/>
          <a:p>
            <a:pPr marL="0" indent="0">
              <a:lnSpc>
                <a:spcPct val="116000"/>
              </a:lnSpc>
              <a:buNone/>
            </a:pPr>
            <a:r>
              <a:rPr lang="en-US" sz="1500" dirty="0">
                <a:solidFill>
                  <a:srgbClr val="E0CF9E"/>
                </a:solidFill>
                <a:latin typeface="Lato" pitchFamily="34" charset="0"/>
                <a:ea typeface="Lato" pitchFamily="34" charset="-122"/>
                <a:cs typeface="Lato" pitchFamily="34" charset="-120"/>
              </a:rPr>
              <a:t>vulnérabilités sur </a:t>
            </a:r>
            <a:r>
              <a:rPr lang="en-US" sz="1500" b="1" dirty="0">
                <a:solidFill>
                  <a:srgbClr val="E0CF9E"/>
                </a:solidFill>
                <a:latin typeface="Lato" pitchFamily="34" charset="0"/>
                <a:ea typeface="Lato" pitchFamily="34" charset="-122"/>
                <a:cs typeface="Lato" pitchFamily="34" charset="-120"/>
              </a:rPr>
              <a:t>UNE SEULE </a:t>
            </a:r>
            <a:r>
              <a:rPr lang="en-US" sz="1500" dirty="0">
                <a:solidFill>
                  <a:srgbClr val="E0CF9E"/>
                </a:solidFill>
                <a:latin typeface="Lato" pitchFamily="34" charset="0"/>
                <a:ea typeface="Lato" pitchFamily="34" charset="-122"/>
                <a:cs typeface="Lato" pitchFamily="34" charset="-120"/>
              </a:rPr>
              <a:t>machine du parc</a:t>
            </a:r>
            <a:endParaRPr lang="en-US" sz="1500" dirty="0">
              <a:solidFill>
                <a:srgbClr val="E0CF9E"/>
              </a:solidFill>
            </a:endParaRPr>
          </a:p>
        </p:txBody>
      </p:sp>
      <p:sp>
        <p:nvSpPr>
          <p:cNvPr id="950" name="Pareto bar 1"/>
          <p:cNvSpPr/>
          <p:nvPr/>
        </p:nvSpPr>
        <p:spPr>
          <a:xfrm>
            <a:off x="922968" y="3700000"/>
            <a:ext cx="1300000" cy="700000"/>
          </a:xfrm>
          <a:prstGeom prst="rect">
            <a:avLst/>
          </a:prstGeom>
          <a:solidFill>
            <a:srgbClr val="C5A55A"/>
          </a:solidFill>
          <a:ln>
            <a:noFill/>
          </a:ln>
        </p:spPr>
        <p:txBody>
          <a:bodyPr/>
          <a:lstStyle/>
          <a:p>
            <a:endParaRPr lang="fr-FR"/>
          </a:p>
        </p:txBody>
      </p:sp>
      <p:sp>
        <p:nvSpPr>
          <p:cNvPr id="951" name="Pareto label 1"/>
          <p:cNvSpPr txBox="1"/>
          <p:nvPr/>
        </p:nvSpPr>
        <p:spPr>
          <a:xfrm>
            <a:off x="9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-160</a:t>
            </a:r>
          </a:p>
        </p:txBody>
      </p:sp>
      <p:sp>
        <p:nvSpPr>
          <p:cNvPr id="952" name="Pareto bar 2"/>
          <p:cNvSpPr/>
          <p:nvPr/>
        </p:nvSpPr>
        <p:spPr>
          <a:xfrm>
            <a:off x="2522968" y="3796481"/>
            <a:ext cx="1300000" cy="603519"/>
          </a:xfrm>
          <a:prstGeom prst="rect">
            <a:avLst/>
          </a:prstGeom>
          <a:solidFill>
            <a:srgbClr val="C5A55A"/>
          </a:solidFill>
          <a:ln>
            <a:noFill/>
          </a:ln>
        </p:spPr>
        <p:txBody>
          <a:bodyPr/>
          <a:lstStyle/>
          <a:p>
            <a:endParaRPr lang="fr-FR"/>
          </a:p>
        </p:txBody>
      </p:sp>
      <p:sp>
        <p:nvSpPr>
          <p:cNvPr id="953" name="Pareto label 2"/>
          <p:cNvSpPr txBox="1"/>
          <p:nvPr/>
        </p:nvSpPr>
        <p:spPr>
          <a:xfrm>
            <a:off x="25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-176</a:t>
            </a:r>
          </a:p>
        </p:txBody>
      </p:sp>
      <p:sp>
        <p:nvSpPr>
          <p:cNvPr id="954" name="Pareto bar 3"/>
          <p:cNvSpPr/>
          <p:nvPr/>
        </p:nvSpPr>
        <p:spPr>
          <a:xfrm>
            <a:off x="4122968" y="4235051"/>
            <a:ext cx="1300000" cy="164949"/>
          </a:xfrm>
          <a:prstGeom prst="rect">
            <a:avLst/>
          </a:prstGeom>
          <a:solidFill>
            <a:srgbClr val="AEB7C6"/>
          </a:solidFill>
          <a:ln>
            <a:noFill/>
          </a:ln>
        </p:spPr>
        <p:txBody>
          <a:bodyPr/>
          <a:lstStyle/>
          <a:p>
            <a:endParaRPr lang="fr-FR"/>
          </a:p>
        </p:txBody>
      </p:sp>
      <p:sp>
        <p:nvSpPr>
          <p:cNvPr id="955" name="Pareto label 3"/>
          <p:cNvSpPr txBox="1"/>
          <p:nvPr/>
        </p:nvSpPr>
        <p:spPr>
          <a:xfrm>
            <a:off x="41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136 autres paquets</a:t>
            </a:r>
          </a:p>
        </p:txBody>
      </p:sp>
      <p:sp>
        <p:nvSpPr>
          <p:cNvPr id="956" name="Pareto caption"/>
          <p:cNvSpPr txBox="1"/>
          <p:nvPr/>
        </p:nvSpPr>
        <p:spPr>
          <a:xfrm>
            <a:off x="658368" y="4580000"/>
            <a:ext cx="5029200" cy="250000"/>
          </a:xfrm>
          <a:prstGeom prst="rect">
            <a:avLst/>
          </a:prstGeom>
          <a:noFill/>
          <a:ln/>
        </p:spPr>
        <p:txBody>
          <a:bodyPr wrap="square" lIns="0" tIns="0" rIns="0" bIns="0" anchor="t"/>
          <a:lstStyle/>
          <a:p>
            <a:pPr marL="0" indent="0">
              <a:lnSpc>
                <a:spcPct val="105000"/>
              </a:lnSpc>
              <a:buNone/>
            </a:pPr>
            <a:r>
              <a:rPr lang="fr-FR" sz="800" i="1" dirty="0">
                <a:solidFill>
                  <a:srgbClr val="D5DAE4"/>
                </a:solidFill>
                <a:latin typeface="Lato" pitchFamily="34" charset="0"/>
                <a:cs typeface="Lato" pitchFamily="34" charset="0"/>
              </a:rPr>
              <a:t>Deux versions du noyau concentrent 88,8 % des 5 662 lignes — sur 138 paquets au total.</a:t>
            </a:r>
          </a:p>
        </p:txBody>
      </p:sp>
      <p:sp>
        <p:nvSpPr>
          <p:cNvPr id="5" name="Shape 3"/>
          <p:cNvSpPr/>
          <p:nvPr/>
        </p:nvSpPr>
        <p:spPr>
          <a:xfrm>
            <a:off x="6272784" y="1353312"/>
            <a:ext cx="25603" cy="3566160"/>
          </a:xfrm>
          <a:prstGeom prst="rect">
            <a:avLst/>
          </a:prstGeom>
          <a:solidFill>
            <a:srgbClr val="34456B"/>
          </a:solidFill>
          <a:ln/>
        </p:spPr>
        <p:txBody>
          <a:bodyPr/>
          <a:lstStyle/>
          <a:p>
            <a:endParaRPr lang="fr-FR"/>
          </a:p>
        </p:txBody>
      </p:sp>
      <p:sp>
        <p:nvSpPr>
          <p:cNvPr id="6" name="Text 4"/>
          <p:cNvSpPr txBox="1"/>
          <p:nvPr/>
        </p:nvSpPr>
        <p:spPr>
          <a:xfrm>
            <a:off x="6693408" y="1353312"/>
            <a:ext cx="4846320" cy="365760"/>
          </a:xfrm>
          <a:prstGeom prst="rect">
            <a:avLst/>
          </a:prstGeom>
          <a:noFill/>
          <a:ln/>
        </p:spPr>
        <p:txBody>
          <a:bodyPr wrap="square" lIns="0" tIns="0" rIns="0" bIns="0" rtlCol="0" anchor="ctr"/>
          <a:lstStyle/>
          <a:p>
            <a:pPr marL="0" indent="0">
              <a:buNone/>
            </a:pPr>
            <a:r>
              <a:rPr lang="en-US" sz="1900" b="1" dirty="0">
                <a:solidFill>
                  <a:srgbClr val="C5A55A"/>
                </a:solidFill>
                <a:latin typeface="Lato" pitchFamily="34" charset="0"/>
                <a:ea typeface="Lato" pitchFamily="34" charset="-122"/>
                <a:cs typeface="Lato" pitchFamily="34" charset="-120"/>
              </a:rPr>
              <a:t>La </a:t>
            </a:r>
            <a:r>
              <a:rPr lang="en-US" sz="1900" b="1" dirty="0" err="1">
                <a:solidFill>
                  <a:srgbClr val="C5A55A"/>
                </a:solidFill>
                <a:latin typeface="Lato" pitchFamily="34" charset="0"/>
                <a:ea typeface="Lato" pitchFamily="34" charset="-122"/>
                <a:cs typeface="Lato" pitchFamily="34" charset="-120"/>
              </a:rPr>
              <a:t>difficulté</a:t>
            </a:r>
            <a:endParaRPr lang="en-US" sz="1900" dirty="0"/>
          </a:p>
        </p:txBody>
      </p:sp>
      <p:sp>
        <p:nvSpPr>
          <p:cNvPr id="7" name="Text 5"/>
          <p:cNvSpPr txBox="1"/>
          <p:nvPr/>
        </p:nvSpPr>
        <p:spPr>
          <a:xfrm>
            <a:off x="6693408" y="1847088"/>
            <a:ext cx="4846320" cy="1005840"/>
          </a:xfrm>
          <a:prstGeom prst="rect">
            <a:avLst/>
          </a:prstGeom>
          <a:noFill/>
          <a:ln/>
        </p:spPr>
        <p:txBody>
          <a:bodyPr wrap="square" lIns="0" tIns="0" rIns="0" bIns="0" rtlCol="0" anchor="t"/>
          <a:lstStyle/>
          <a:p>
            <a:pPr marL="0" indent="0" algn="l">
              <a:lnSpc>
                <a:spcPct val="118000"/>
              </a:lnSpc>
              <a:buNone/>
            </a:pPr>
            <a:r>
              <a:rPr lang="en-US" sz="1350" dirty="0">
                <a:solidFill>
                  <a:srgbClr val="D5DAE4"/>
                </a:solidFill>
                <a:latin typeface="Lato" pitchFamily="34" charset="0"/>
                <a:ea typeface="Lato" pitchFamily="34" charset="-122"/>
                <a:cs typeface="Lato" pitchFamily="34" charset="-120"/>
              </a:rPr>
              <a:t>Des milliers de lignes remontées automatiquement.</a:t>
            </a:r>
          </a:p>
          <a:p>
            <a:pPr marL="0" indent="0" algn="l">
              <a:lnSpc>
                <a:spcPct val="118000"/>
              </a:lnSpc>
              <a:buNone/>
            </a:pPr>
            <a:endParaRPr lang="en-US" sz="1350" dirty="0">
              <a:solidFill>
                <a:srgbClr val="D5DAE4"/>
              </a:solidFill>
              <a:latin typeface="Lato" pitchFamily="34" charset="0"/>
              <a:ea typeface="Lato" pitchFamily="34" charset="-122"/>
              <a:cs typeface="Lato" pitchFamily="34" charset="-120"/>
            </a:endParaRPr>
          </a:p>
          <a:p>
            <a:pPr marL="0" indent="0" algn="l">
              <a:lnSpc>
                <a:spcPct val="118000"/>
              </a:lnSpc>
              <a:buNone/>
            </a:pPr>
            <a:r>
              <a:rPr lang="en-US" sz="1350" b="1" i="1" dirty="0" err="1">
                <a:solidFill>
                  <a:srgbClr val="D5DAE4"/>
                </a:solidFill>
                <a:latin typeface="Lato" pitchFamily="34" charset="0"/>
                <a:ea typeface="Lato" pitchFamily="34" charset="-122"/>
                <a:cs typeface="Lato" pitchFamily="34" charset="-120"/>
              </a:rPr>
              <a:t>Lesquelles corriger en premier ?</a:t>
            </a:r>
            <a:endParaRPr lang="en-US" sz="1350" b="1" i="1" dirty="0"/>
          </a:p>
        </p:txBody>
      </p:sp>
      <p:sp>
        <p:nvSpPr>
          <p:cNvPr id="8" name="Text 6"/>
          <p:cNvSpPr txBox="1"/>
          <p:nvPr/>
        </p:nvSpPr>
        <p:spPr>
          <a:xfrm>
            <a:off x="6693408" y="3035808"/>
            <a:ext cx="4846320" cy="329184"/>
          </a:xfrm>
          <a:prstGeom prst="rect">
            <a:avLst/>
          </a:prstGeom>
          <a:noFill/>
          <a:ln/>
        </p:spPr>
        <p:txBody>
          <a:bodyPr wrap="square" lIns="0" tIns="0" rIns="0" bIns="0" rtlCol="0" anchor="ctr"/>
          <a:lstStyle/>
          <a:p>
            <a:pPr marL="0" indent="0">
              <a:buNone/>
            </a:pPr>
            <a:r>
              <a:rPr lang="en-US" sz="1450" b="1" dirty="0">
                <a:solidFill>
                  <a:srgbClr val="C5A55A"/>
                </a:solidFill>
                <a:latin typeface="Lato" pitchFamily="34" charset="0"/>
                <a:ea typeface="Lato" pitchFamily="34" charset="-122"/>
                <a:cs typeface="Lato" pitchFamily="34" charset="-120"/>
              </a:rPr>
              <a:t>Les </a:t>
            </a:r>
            <a:r>
              <a:rPr lang="en-US" sz="1450" b="1" dirty="0" err="1">
                <a:solidFill>
                  <a:srgbClr val="C5A55A"/>
                </a:solidFill>
                <a:latin typeface="Lato" pitchFamily="34" charset="0"/>
                <a:ea typeface="Lato" pitchFamily="34" charset="-122"/>
                <a:cs typeface="Lato" pitchFamily="34" charset="-120"/>
              </a:rPr>
              <a:t>limites</a:t>
            </a:r>
            <a:r>
              <a:rPr lang="en-US" sz="1450" b="1" dirty="0">
                <a:solidFill>
                  <a:srgbClr val="C5A55A"/>
                </a:solidFill>
                <a:latin typeface="Lato" pitchFamily="34" charset="0"/>
                <a:ea typeface="Lato" pitchFamily="34" charset="-122"/>
                <a:cs typeface="Lato" pitchFamily="34" charset="-120"/>
              </a:rPr>
              <a:t> du CVSS </a:t>
            </a:r>
            <a:endParaRPr lang="en-US" sz="1450" dirty="0"/>
          </a:p>
        </p:txBody>
      </p:sp>
      <p:sp>
        <p:nvSpPr>
          <p:cNvPr id="9" name="Text 7"/>
          <p:cNvSpPr txBox="1"/>
          <p:nvPr/>
        </p:nvSpPr>
        <p:spPr>
          <a:xfrm>
            <a:off x="6693408" y="3401568"/>
            <a:ext cx="4846320" cy="1005840"/>
          </a:xfrm>
          <a:prstGeom prst="rect">
            <a:avLst/>
          </a:prstGeom>
          <a:noFill/>
          <a:ln/>
        </p:spPr>
        <p:txBody>
          <a:bodyPr wrap="square" lIns="0" tIns="0" rIns="0" bIns="0" rtlCol="0" anchor="t"/>
          <a:lstStyle/>
          <a:p>
            <a:pPr marL="0" indent="0" algn="l">
              <a:lnSpc>
                <a:spcPct val="118000"/>
              </a:lnSpc>
              <a:buNone/>
            </a:pPr>
            <a:r>
              <a:rPr lang="en-US" sz="1300" dirty="0" err="1">
                <a:solidFill>
                  <a:srgbClr val="AEB7C6"/>
                </a:solidFill>
                <a:latin typeface="Lato" pitchFamily="34" charset="0"/>
                <a:ea typeface="Lato" pitchFamily="34" charset="-122"/>
                <a:cs typeface="Lato" pitchFamily="34" charset="-120"/>
              </a:rPr>
              <a:t>CVSS : gravité de 0 à 10, identique pour tous.</a:t>
            </a:r>
          </a:p>
          <a:p>
            <a:pPr marL="0" indent="0" algn="l">
              <a:lnSpc>
                <a:spcPct val="118000"/>
              </a:lnSpc>
              <a:buNone/>
            </a:pPr>
            <a:endParaRPr lang="en-US" sz="1300" dirty="0">
              <a:solidFill>
                <a:srgbClr val="AEB7C6"/>
              </a:solidFill>
              <a:latin typeface="Lato" pitchFamily="34" charset="0"/>
              <a:ea typeface="Lato" pitchFamily="34" charset="-122"/>
              <a:cs typeface="Lato" pitchFamily="34" charset="-120"/>
            </a:endParaRPr>
          </a:p>
          <a:p>
            <a:pPr marL="0" indent="0" algn="l">
              <a:lnSpc>
                <a:spcPct val="118000"/>
              </a:lnSpc>
              <a:buNone/>
            </a:pPr>
            <a:r>
              <a:rPr lang="en-US" sz="1300" dirty="0">
                <a:solidFill>
                  <a:srgbClr val="AEB7C6"/>
                </a:solidFill>
                <a:latin typeface="Lato" pitchFamily="34" charset="0"/>
                <a:ea typeface="Lato" pitchFamily="34" charset="-122"/>
                <a:cs typeface="Lato" pitchFamily="34" charset="-120"/>
              </a:rPr>
              <a:t>Aucune information sur l'activité que la machine porte.</a:t>
            </a:r>
            <a:endParaRPr lang="en-US" sz="1300" dirty="0"/>
          </a:p>
        </p:txBody>
      </p:sp>
      <p:sp>
        <p:nvSpPr>
          <p:cNvPr id="10" name="Shape 8"/>
          <p:cNvSpPr/>
          <p:nvPr/>
        </p:nvSpPr>
        <p:spPr>
          <a:xfrm>
            <a:off x="658368" y="4846320"/>
            <a:ext cx="10874959" cy="932688"/>
          </a:xfrm>
          <a:prstGeom prst="rect">
            <a:avLst/>
          </a:prstGeom>
          <a:solidFill>
            <a:srgbClr val="16233D"/>
          </a:solidFill>
          <a:ln/>
        </p:spPr>
        <p:txBody>
          <a:bodyPr/>
          <a:lstStyle/>
          <a:p>
            <a:endParaRPr lang="fr-FR"/>
          </a:p>
        </p:txBody>
      </p:sp>
      <p:sp>
        <p:nvSpPr>
          <p:cNvPr id="11" name="Text 9"/>
          <p:cNvSpPr txBox="1"/>
          <p:nvPr/>
        </p:nvSpPr>
        <p:spPr>
          <a:xfrm>
            <a:off x="950976" y="4846320"/>
            <a:ext cx="10289743" cy="932688"/>
          </a:xfrm>
          <a:prstGeom prst="rect">
            <a:avLst/>
          </a:prstGeom>
          <a:noFill/>
          <a:ln/>
        </p:spPr>
        <p:txBody>
          <a:bodyPr wrap="square" lIns="0" tIns="0" rIns="0" bIns="0" rtlCol="0" anchor="ctr"/>
          <a:lstStyle/>
          <a:p>
            <a:pPr marL="0" indent="0">
              <a:lnSpc>
                <a:spcPct val="114000"/>
              </a:lnSpc>
              <a:buNone/>
            </a:pPr>
            <a:r>
              <a:rPr lang="fr-FR" sz="1350" b="1" noProof="0" dirty="0">
                <a:solidFill>
                  <a:srgbClr val="C5A55A"/>
                </a:solidFill>
                <a:latin typeface="Lato" pitchFamily="34" charset="0"/>
                <a:ea typeface="Lato" pitchFamily="34" charset="-122"/>
                <a:cs typeface="Lato" pitchFamily="34" charset="-120"/>
              </a:rPr>
              <a:t>Une priorisation qui ne reflète pas la réalité — alors que quelques mises à jour concentrent l'essentiel du gain (80/20).</a:t>
            </a:r>
            <a:endParaRPr lang="fr-FR" sz="1350" noProof="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55532CE-BEB4-44AB-8B83-7696F7F9711B}" type="slidenum">
              <a:rPr lang="fr-FR" sz="900" b="0">
                <a:solidFill>
                  <a:srgbClr val="AEB7C6"/>
                </a:solidFill>
                <a:latin typeface="Lato"/>
              </a:rPr>
              <a:t>11</a:t>
            </a:fld>
            <a:endParaRPr lang="fr-FR">
              <a:solidFill>
                <a:srgbClr val="AEB7C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658368"/>
            <a:ext cx="1463040" cy="1280160"/>
          </a:xfrm>
          <a:prstGeom prst="rect">
            <a:avLst/>
          </a:prstGeom>
          <a:noFill/>
          <a:ln/>
        </p:spPr>
        <p:txBody>
          <a:bodyPr wrap="square" lIns="0" tIns="0" rIns="0" bIns="0" rtlCol="0" anchor="ctr"/>
          <a:lstStyle/>
          <a:p>
            <a:pPr marL="0" indent="0">
              <a:buNone/>
            </a:pPr>
            <a:r>
              <a:rPr lang="en-US" sz="12000" b="1" dirty="0">
                <a:solidFill>
                  <a:srgbClr val="34456B"/>
                </a:solidFill>
                <a:latin typeface="Lato" pitchFamily="34" charset="0"/>
                <a:ea typeface="Lato" pitchFamily="34" charset="-122"/>
                <a:cs typeface="Lato" pitchFamily="34" charset="-120"/>
              </a:rPr>
              <a:t>“</a:t>
            </a:r>
            <a:endParaRPr lang="en-US" sz="12000" dirty="0"/>
          </a:p>
        </p:txBody>
      </p:sp>
      <p:sp>
        <p:nvSpPr>
          <p:cNvPr id="3" name="Text 1"/>
          <p:cNvSpPr txBox="1"/>
          <p:nvPr/>
        </p:nvSpPr>
        <p:spPr>
          <a:xfrm>
            <a:off x="1755648" y="969264"/>
            <a:ext cx="9509760" cy="1554480"/>
          </a:xfrm>
          <a:prstGeom prst="rect">
            <a:avLst/>
          </a:prstGeom>
          <a:noFill/>
          <a:ln/>
        </p:spPr>
        <p:txBody>
          <a:bodyPr wrap="square" lIns="0" tIns="0" rIns="0" bIns="0" rtlCol="0" anchor="ctr"/>
          <a:lstStyle/>
          <a:p>
            <a:pPr marL="0" indent="0">
              <a:lnSpc>
                <a:spcPct val="122000"/>
              </a:lnSpc>
              <a:buNone/>
            </a:pPr>
            <a:r>
              <a:rPr lang="en-US" sz="2300" i="1" dirty="0">
                <a:solidFill>
                  <a:srgbClr val="FFFFFF"/>
                </a:solidFill>
                <a:latin typeface="Lato" pitchFamily="34" charset="0"/>
                <a:ea typeface="Lato" pitchFamily="34" charset="-122"/>
                <a:cs typeface="Lato" pitchFamily="34" charset="-120"/>
              </a:rPr>
              <a:t>Les deux axes d'amélioration retenus lors de la phase de recette, à savoir la modulation du score en fonction de l'exposition réseau et l'affinage de la valeur métier, seront expérimentés d'ici la soutenance.</a:t>
            </a:r>
            <a:endParaRPr lang="en-US" sz="2300" dirty="0"/>
          </a:p>
        </p:txBody>
      </p:sp>
      <p:sp>
        <p:nvSpPr>
          <p:cNvPr id="4" name="Text 2"/>
          <p:cNvSpPr txBox="1"/>
          <p:nvPr/>
        </p:nvSpPr>
        <p:spPr>
          <a:xfrm>
            <a:off x="1755648" y="2615184"/>
            <a:ext cx="7315200" cy="292608"/>
          </a:xfrm>
          <a:prstGeom prst="rect">
            <a:avLst/>
          </a:prstGeom>
          <a:noFill/>
          <a:ln/>
        </p:spPr>
        <p:txBody>
          <a:bodyPr wrap="square" lIns="0" tIns="0" rIns="0" bIns="0" rtlCol="0" anchor="ctr"/>
          <a:lstStyle/>
          <a:p>
            <a:pPr marL="0" indent="0">
              <a:buNone/>
            </a:pPr>
            <a:r>
              <a:rPr lang="en-US" sz="1200" b="1" kern="0" spc="120" dirty="0">
                <a:solidFill>
                  <a:srgbClr val="C5A55A"/>
                </a:solidFill>
                <a:latin typeface="Lato" pitchFamily="34" charset="0"/>
                <a:ea typeface="Lato" pitchFamily="34" charset="-122"/>
                <a:cs typeface="Lato" pitchFamily="34" charset="-120"/>
              </a:rPr>
              <a:t>Conclusion du </a:t>
            </a:r>
            <a:r>
              <a:rPr lang="en-US" sz="1200" b="1" kern="0" spc="120" dirty="0" err="1">
                <a:solidFill>
                  <a:srgbClr val="C5A55A"/>
                </a:solidFill>
                <a:latin typeface="Lato" pitchFamily="34" charset="0"/>
                <a:ea typeface="Lato" pitchFamily="34" charset="-122"/>
                <a:cs typeface="Lato" pitchFamily="34" charset="-120"/>
              </a:rPr>
              <a:t>mémoire</a:t>
            </a:r>
            <a:r>
              <a:rPr lang="en-US" sz="1200" b="1" kern="0" spc="120" dirty="0">
                <a:solidFill>
                  <a:srgbClr val="C5A55A"/>
                </a:solidFill>
                <a:latin typeface="Lato" pitchFamily="34" charset="0"/>
                <a:ea typeface="Lato" pitchFamily="34" charset="-122"/>
                <a:cs typeface="Lato" pitchFamily="34" charset="-120"/>
              </a:rPr>
              <a:t> remis le 23 juillet 2026</a:t>
            </a:r>
            <a:endParaRPr lang="en-US" sz="1200" dirty="0"/>
          </a:p>
        </p:txBody>
      </p:sp>
      <p:sp>
        <p:nvSpPr>
          <p:cNvPr id="5" name="Shape 3"/>
          <p:cNvSpPr/>
          <p:nvPr/>
        </p:nvSpPr>
        <p:spPr>
          <a:xfrm>
            <a:off x="658368" y="3310128"/>
            <a:ext cx="5230368" cy="2176272"/>
          </a:xfrm>
          <a:prstGeom prst="rect">
            <a:avLst/>
          </a:prstGeom>
          <a:solidFill>
            <a:srgbClr val="16233D"/>
          </a:solidFill>
          <a:ln/>
        </p:spPr>
        <p:txBody>
          <a:bodyPr/>
          <a:lstStyle/>
          <a:p>
            <a:endParaRPr lang="fr-FR"/>
          </a:p>
        </p:txBody>
      </p:sp>
      <p:sp>
        <p:nvSpPr>
          <p:cNvPr id="6" name="Text 4"/>
          <p:cNvSpPr txBox="1"/>
          <p:nvPr/>
        </p:nvSpPr>
        <p:spPr>
          <a:xfrm>
            <a:off x="932688"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1</a:t>
            </a:r>
            <a:endParaRPr lang="en-US" sz="3200" dirty="0"/>
          </a:p>
        </p:txBody>
      </p:sp>
      <p:sp>
        <p:nvSpPr>
          <p:cNvPr id="7" name="Text 5"/>
          <p:cNvSpPr txBox="1"/>
          <p:nvPr/>
        </p:nvSpPr>
        <p:spPr>
          <a:xfrm>
            <a:off x="944880"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 modulation par l'exposition réseau</a:t>
            </a:r>
            <a:endParaRPr lang="en-US" sz="1650" dirty="0"/>
          </a:p>
        </p:txBody>
      </p:sp>
      <p:sp>
        <p:nvSpPr>
          <p:cNvPr id="8" name="Text 6"/>
          <p:cNvSpPr txBox="1"/>
          <p:nvPr/>
        </p:nvSpPr>
        <p:spPr>
          <a:xfrm>
            <a:off x="932688"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Testé et en service : un facteur multiplicatif selon la zone réseau (interne, poste nomade, exposé sur Internet), calibré sans réécrire les cycles déjà enregistrés.</a:t>
            </a:r>
            <a:endParaRPr lang="en-US" sz="1250" dirty="0"/>
          </a:p>
        </p:txBody>
      </p:sp>
      <p:sp>
        <p:nvSpPr>
          <p:cNvPr id="9" name="Shape 7"/>
          <p:cNvSpPr/>
          <p:nvPr/>
        </p:nvSpPr>
        <p:spPr>
          <a:xfrm>
            <a:off x="6309360" y="3310128"/>
            <a:ext cx="5230368" cy="2176272"/>
          </a:xfrm>
          <a:prstGeom prst="rect">
            <a:avLst/>
          </a:prstGeom>
          <a:solidFill>
            <a:srgbClr val="16233D"/>
          </a:solidFill>
          <a:ln/>
        </p:spPr>
        <p:txBody>
          <a:bodyPr/>
          <a:lstStyle/>
          <a:p>
            <a:endParaRPr lang="fr-FR"/>
          </a:p>
        </p:txBody>
      </p:sp>
      <p:sp>
        <p:nvSpPr>
          <p:cNvPr id="10" name="Text 8"/>
          <p:cNvSpPr txBox="1"/>
          <p:nvPr/>
        </p:nvSpPr>
        <p:spPr>
          <a:xfrm>
            <a:off x="6583680"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2</a:t>
            </a:r>
            <a:endParaRPr lang="en-US" sz="3200" dirty="0"/>
          </a:p>
        </p:txBody>
      </p:sp>
      <p:sp>
        <p:nvSpPr>
          <p:cNvPr id="11" name="Text 9"/>
          <p:cNvSpPr txBox="1"/>
          <p:nvPr/>
        </p:nvSpPr>
        <p:spPr>
          <a:xfrm>
            <a:off x="6595872"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L'affinage de la valeur métier</a:t>
            </a:r>
            <a:endParaRPr lang="en-US" sz="1650" dirty="0"/>
          </a:p>
        </p:txBody>
      </p:sp>
      <p:sp>
        <p:nvSpPr>
          <p:cNvPr id="12" name="Text 10"/>
          <p:cNvSpPr txBox="1"/>
          <p:nvPr/>
        </p:nvSpPr>
        <p:spPr>
          <a:xfrm>
            <a:off x="6583680"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Non mené : le questionnaire annoncé n'a pas été conduit. La règle en place reste celle du code — la plus élevée des activités portées par l'actif. La mesure qui suit montre que le verrou est dans la cotation elle-même.</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AD33927-EE63-4E1C-892E-747CA2C3777D}" type="slidenum">
              <a:rPr lang="fr-FR" sz="900" b="0">
                <a:solidFill>
                  <a:srgbClr val="AEB7C6"/>
                </a:solidFill>
                <a:latin typeface="Lato"/>
              </a:rPr>
              <a:t>37</a:t>
            </a:fld>
            <a:endParaRPr lang="fr-FR">
              <a:solidFill>
                <a:srgbClr val="AEB7C6"/>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PRINCIPE ET PARAMÉTRAGE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Le facteur d'exposition réseau</a:t>
            </a:r>
            <a:endParaRPr lang="en-US" sz="3000" dirty="0"/>
          </a:p>
        </p:txBody>
      </p:sp>
      <p:sp>
        <p:nvSpPr>
          <p:cNvPr id="4" name="Text 2"/>
          <p:cNvSpPr txBox="1"/>
          <p:nvPr/>
        </p:nvSpPr>
        <p:spPr>
          <a:xfrm>
            <a:off x="658368" y="1207008"/>
            <a:ext cx="8229600" cy="310896"/>
          </a:xfrm>
          <a:prstGeom prst="rect">
            <a:avLst/>
          </a:prstGeom>
          <a:noFill/>
          <a:ln/>
        </p:spPr>
        <p:txBody>
          <a:bodyPr wrap="square" lIns="0" tIns="0" rIns="0" bIns="0" rtlCol="0" anchor="ctr"/>
          <a:lstStyle/>
          <a:p>
            <a:pPr marL="0" indent="0">
              <a:buNone/>
            </a:pPr>
            <a:r>
              <a:rPr lang="en-US" sz="1400" dirty="0">
                <a:solidFill>
                  <a:srgbClr val="232A3A"/>
                </a:solidFill>
                <a:latin typeface="Lato" pitchFamily="34" charset="0"/>
                <a:ea typeface="Lato" pitchFamily="34" charset="-122"/>
                <a:cs typeface="Lato" pitchFamily="34" charset="-120"/>
              </a:rPr>
              <a:t>La notation est multipliée par un facteur déterminé par l'emplacement réseau de la machine.</a:t>
            </a:r>
            <a:endParaRPr lang="en-US" sz="1400" dirty="0"/>
          </a:p>
        </p:txBody>
      </p:sp>
      <p:sp>
        <p:nvSpPr>
          <p:cNvPr id="5" name="Shape 3"/>
          <p:cNvSpPr/>
          <p:nvPr/>
        </p:nvSpPr>
        <p:spPr>
          <a:xfrm>
            <a:off x="932688" y="3054096"/>
            <a:ext cx="9966960" cy="25603"/>
          </a:xfrm>
          <a:prstGeom prst="rect">
            <a:avLst/>
          </a:prstGeom>
          <a:solidFill>
            <a:srgbClr val="E6EAF1"/>
          </a:solidFill>
          <a:ln/>
        </p:spPr>
        <p:txBody>
          <a:bodyPr/>
          <a:lstStyle/>
          <a:p>
            <a:endParaRPr lang="fr-FR"/>
          </a:p>
        </p:txBody>
      </p:sp>
      <p:sp>
        <p:nvSpPr>
          <p:cNvPr id="600" name="Bar 0,75"/>
          <p:cNvSpPr/>
          <p:nvPr/>
        </p:nvSpPr>
        <p:spPr>
          <a:xfrm>
            <a:off x="658368" y="2743200"/>
            <a:ext cx="621792" cy="310896"/>
          </a:xfrm>
          <a:prstGeom prst="rect">
            <a:avLst/>
          </a:prstGeom>
          <a:solidFill>
            <a:srgbClr val="8A93A6"/>
          </a:solidFill>
          <a:ln/>
        </p:spPr>
        <p:txBody>
          <a:bodyPr/>
          <a:lstStyle/>
          <a:p>
            <a:endParaRPr lang="fr-FR"/>
          </a:p>
        </p:txBody>
      </p:sp>
      <p:sp>
        <p:nvSpPr>
          <p:cNvPr id="601" name="Val 0,75"/>
          <p:cNvSpPr txBox="1"/>
          <p:nvPr/>
        </p:nvSpPr>
        <p:spPr>
          <a:xfrm>
            <a:off x="402336" y="2359152"/>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0,75</a:t>
            </a:r>
          </a:p>
        </p:txBody>
      </p:sp>
      <p:sp>
        <p:nvSpPr>
          <p:cNvPr id="602" name="Lab 0,75"/>
          <p:cNvSpPr txBox="1"/>
          <p:nvPr/>
        </p:nvSpPr>
        <p:spPr>
          <a:xfrm>
            <a:off x="0"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Sous-réseau isolé</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aucun routage sortant</a:t>
            </a:r>
          </a:p>
        </p:txBody>
      </p:sp>
      <p:sp>
        <p:nvSpPr>
          <p:cNvPr id="603" name="Bar 0,90"/>
          <p:cNvSpPr/>
          <p:nvPr/>
        </p:nvSpPr>
        <p:spPr>
          <a:xfrm>
            <a:off x="2644444" y="2523744"/>
            <a:ext cx="621792" cy="530352"/>
          </a:xfrm>
          <a:prstGeom prst="rect">
            <a:avLst/>
          </a:prstGeom>
          <a:solidFill>
            <a:srgbClr val="8A93A6"/>
          </a:solidFill>
          <a:ln/>
        </p:spPr>
        <p:txBody>
          <a:bodyPr/>
          <a:lstStyle/>
          <a:p>
            <a:endParaRPr lang="fr-FR"/>
          </a:p>
        </p:txBody>
      </p:sp>
      <p:sp>
        <p:nvSpPr>
          <p:cNvPr id="604" name="Val 0,90"/>
          <p:cNvSpPr txBox="1"/>
          <p:nvPr/>
        </p:nvSpPr>
        <p:spPr>
          <a:xfrm>
            <a:off x="2388412" y="2139696"/>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0,90</a:t>
            </a:r>
          </a:p>
        </p:txBody>
      </p:sp>
      <p:sp>
        <p:nvSpPr>
          <p:cNvPr id="605" name="Lab 0,90"/>
          <p:cNvSpPr txBox="1"/>
          <p:nvPr/>
        </p:nvSpPr>
        <p:spPr>
          <a:xfrm>
            <a:off x="1986076"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Réseau interne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derrière le pare-feu</a:t>
            </a:r>
          </a:p>
        </p:txBody>
      </p:sp>
      <p:sp>
        <p:nvSpPr>
          <p:cNvPr id="606" name="Bar 1,00"/>
          <p:cNvSpPr/>
          <p:nvPr/>
        </p:nvSpPr>
        <p:spPr>
          <a:xfrm>
            <a:off x="4630520" y="2304288"/>
            <a:ext cx="621792" cy="749808"/>
          </a:xfrm>
          <a:prstGeom prst="rect">
            <a:avLst/>
          </a:prstGeom>
          <a:solidFill>
            <a:srgbClr val="E6EAF1"/>
          </a:solidFill>
          <a:ln/>
        </p:spPr>
        <p:txBody>
          <a:bodyPr/>
          <a:lstStyle/>
          <a:p>
            <a:endParaRPr lang="fr-FR"/>
          </a:p>
        </p:txBody>
      </p:sp>
      <p:sp>
        <p:nvSpPr>
          <p:cNvPr id="607" name="Val 1,00"/>
          <p:cNvSpPr txBox="1"/>
          <p:nvPr/>
        </p:nvSpPr>
        <p:spPr>
          <a:xfrm>
            <a:off x="4374488" y="1920240"/>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1,00</a:t>
            </a:r>
          </a:p>
        </p:txBody>
      </p:sp>
      <p:sp>
        <p:nvSpPr>
          <p:cNvPr id="608" name="Lab 1,00"/>
          <p:cNvSpPr txBox="1"/>
          <p:nvPr/>
        </p:nvSpPr>
        <p:spPr>
          <a:xfrm>
            <a:off x="3972152"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Emplacement</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non renseigné</a:t>
            </a:r>
          </a:p>
        </p:txBody>
      </p:sp>
      <p:sp>
        <p:nvSpPr>
          <p:cNvPr id="609" name="Bar 1,15"/>
          <p:cNvSpPr/>
          <p:nvPr/>
        </p:nvSpPr>
        <p:spPr>
          <a:xfrm>
            <a:off x="6616596" y="2084832"/>
            <a:ext cx="621792" cy="969264"/>
          </a:xfrm>
          <a:prstGeom prst="rect">
            <a:avLst/>
          </a:prstGeom>
          <a:solidFill>
            <a:srgbClr val="1B2A4A"/>
          </a:solidFill>
          <a:ln/>
        </p:spPr>
        <p:txBody>
          <a:bodyPr/>
          <a:lstStyle/>
          <a:p>
            <a:endParaRPr lang="fr-FR"/>
          </a:p>
        </p:txBody>
      </p:sp>
      <p:sp>
        <p:nvSpPr>
          <p:cNvPr id="610" name="Val 1,15"/>
          <p:cNvSpPr txBox="1"/>
          <p:nvPr/>
        </p:nvSpPr>
        <p:spPr>
          <a:xfrm>
            <a:off x="6360564" y="1700784"/>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1,15</a:t>
            </a:r>
          </a:p>
        </p:txBody>
      </p:sp>
      <p:sp>
        <p:nvSpPr>
          <p:cNvPr id="611" name="Lab 1,15"/>
          <p:cNvSpPr txBox="1"/>
          <p:nvPr/>
        </p:nvSpPr>
        <p:spPr>
          <a:xfrm>
            <a:off x="5958228"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Point d'entrée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d'administration</a:t>
            </a:r>
          </a:p>
        </p:txBody>
      </p:sp>
      <p:sp>
        <p:nvSpPr>
          <p:cNvPr id="612" name="Bar 1,20"/>
          <p:cNvSpPr/>
          <p:nvPr/>
        </p:nvSpPr>
        <p:spPr>
          <a:xfrm>
            <a:off x="8602672" y="1865376"/>
            <a:ext cx="621792" cy="1188720"/>
          </a:xfrm>
          <a:prstGeom prst="rect">
            <a:avLst/>
          </a:prstGeom>
          <a:solidFill>
            <a:srgbClr val="1B2A4A"/>
          </a:solidFill>
          <a:ln/>
        </p:spPr>
        <p:txBody>
          <a:bodyPr/>
          <a:lstStyle/>
          <a:p>
            <a:endParaRPr lang="fr-FR"/>
          </a:p>
        </p:txBody>
      </p:sp>
      <p:sp>
        <p:nvSpPr>
          <p:cNvPr id="613" name="Val 1,20"/>
          <p:cNvSpPr txBox="1"/>
          <p:nvPr/>
        </p:nvSpPr>
        <p:spPr>
          <a:xfrm>
            <a:off x="8346640" y="1481328"/>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1,20</a:t>
            </a:r>
          </a:p>
        </p:txBody>
      </p:sp>
      <p:sp>
        <p:nvSpPr>
          <p:cNvPr id="614" name="Lab 1,20"/>
          <p:cNvSpPr txBox="1"/>
          <p:nvPr/>
        </p:nvSpPr>
        <p:spPr>
          <a:xfrm>
            <a:off x="7944304"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Poste nomade,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réseau variable</a:t>
            </a:r>
          </a:p>
        </p:txBody>
      </p:sp>
      <p:sp>
        <p:nvSpPr>
          <p:cNvPr id="615" name="Bar 1,25"/>
          <p:cNvSpPr/>
          <p:nvPr/>
        </p:nvSpPr>
        <p:spPr>
          <a:xfrm>
            <a:off x="10588748" y="1645920"/>
            <a:ext cx="621792" cy="1408176"/>
          </a:xfrm>
          <a:prstGeom prst="rect">
            <a:avLst/>
          </a:prstGeom>
          <a:solidFill>
            <a:srgbClr val="1B2A4A"/>
          </a:solidFill>
          <a:ln/>
        </p:spPr>
        <p:txBody>
          <a:bodyPr/>
          <a:lstStyle/>
          <a:p>
            <a:endParaRPr lang="fr-FR"/>
          </a:p>
        </p:txBody>
      </p:sp>
      <p:sp>
        <p:nvSpPr>
          <p:cNvPr id="616" name="Val 1,25"/>
          <p:cNvSpPr txBox="1"/>
          <p:nvPr/>
        </p:nvSpPr>
        <p:spPr>
          <a:xfrm>
            <a:off x="10332716" y="1261872"/>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1,25</a:t>
            </a:r>
          </a:p>
        </p:txBody>
      </p:sp>
      <p:sp>
        <p:nvSpPr>
          <p:cNvPr id="617" name="Lab 1,25"/>
          <p:cNvSpPr txBox="1"/>
          <p:nvPr/>
        </p:nvSpPr>
        <p:spPr>
          <a:xfrm>
            <a:off x="9930380"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Hébergement cloud,</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exposé sur Internet</a:t>
            </a:r>
          </a:p>
        </p:txBody>
      </p:sp>
      <p:sp>
        <p:nvSpPr>
          <p:cNvPr id="21" name="Text 19"/>
          <p:cNvSpPr txBox="1"/>
          <p:nvPr/>
        </p:nvSpPr>
        <p:spPr>
          <a:xfrm>
            <a:off x="877824" y="4059936"/>
            <a:ext cx="2194560" cy="256032"/>
          </a:xfrm>
          <a:prstGeom prst="rect">
            <a:avLst/>
          </a:prstGeom>
          <a:noFill/>
          <a:ln/>
        </p:spPr>
        <p:txBody>
          <a:bodyPr wrap="square" lIns="0" tIns="0" rIns="0" bIns="0" rtlCol="0" anchor="ctr"/>
          <a:lstStyle/>
          <a:p>
            <a:pPr marL="0" indent="0">
              <a:buNone/>
            </a:pPr>
            <a:r>
              <a:rPr lang="en-US" sz="1000" b="1" kern="0" spc="120" dirty="0">
                <a:solidFill>
                  <a:srgbClr val="4A5568"/>
                </a:solidFill>
                <a:latin typeface="Lato" pitchFamily="34" charset="0"/>
                <a:ea typeface="Lato" pitchFamily="34" charset="-122"/>
                <a:cs typeface="Lato" pitchFamily="34" charset="-120"/>
              </a:rPr>
              <a:t>atténuation ←</a:t>
            </a:r>
            <a:endParaRPr lang="en-US" sz="1000" dirty="0"/>
          </a:p>
        </p:txBody>
      </p:sp>
      <p:sp>
        <p:nvSpPr>
          <p:cNvPr id="22" name="Text 20"/>
          <p:cNvSpPr txBox="1"/>
          <p:nvPr/>
        </p:nvSpPr>
        <p:spPr>
          <a:xfrm>
            <a:off x="8705088" y="4059936"/>
            <a:ext cx="2194560" cy="256032"/>
          </a:xfrm>
          <a:prstGeom prst="rect">
            <a:avLst/>
          </a:prstGeom>
          <a:noFill/>
          <a:ln/>
        </p:spPr>
        <p:txBody>
          <a:bodyPr wrap="square" lIns="0" tIns="0" rIns="0" bIns="0" rtlCol="0" anchor="ctr"/>
          <a:lstStyle/>
          <a:p>
            <a:pPr marL="0" indent="0" algn="r">
              <a:buNone/>
            </a:pPr>
            <a:r>
              <a:rPr lang="en-US" sz="1000" b="1" kern="0" spc="120" dirty="0">
                <a:solidFill>
                  <a:srgbClr val="4A5568"/>
                </a:solidFill>
                <a:latin typeface="Lato" pitchFamily="34" charset="0"/>
                <a:ea typeface="Lato" pitchFamily="34" charset="-122"/>
                <a:cs typeface="Lato" pitchFamily="34" charset="-120"/>
              </a:rPr>
              <a:t>→ aggravation</a:t>
            </a:r>
            <a:endParaRPr lang="en-US" sz="1000" dirty="0"/>
          </a:p>
        </p:txBody>
      </p:sp>
      <p:sp>
        <p:nvSpPr>
          <p:cNvPr id="23" name="Shape 21"/>
          <p:cNvSpPr/>
          <p:nvPr/>
        </p:nvSpPr>
        <p:spPr>
          <a:xfrm>
            <a:off x="658368" y="4443984"/>
            <a:ext cx="5230368" cy="859536"/>
          </a:xfrm>
          <a:prstGeom prst="rect">
            <a:avLst/>
          </a:prstGeom>
          <a:solidFill>
            <a:srgbClr val="F2F4F8"/>
          </a:solidFill>
          <a:ln/>
        </p:spPr>
        <p:txBody>
          <a:bodyPr/>
          <a:lstStyle/>
          <a:p>
            <a:endParaRPr lang="fr-FR"/>
          </a:p>
        </p:txBody>
      </p:sp>
      <p:sp>
        <p:nvSpPr>
          <p:cNvPr id="24" name="Shape 22"/>
          <p:cNvSpPr/>
          <p:nvPr/>
        </p:nvSpPr>
        <p:spPr>
          <a:xfrm>
            <a:off x="914400" y="4828032"/>
            <a:ext cx="82296" cy="82296"/>
          </a:xfrm>
          <a:prstGeom prst="ellipse">
            <a:avLst/>
          </a:prstGeom>
          <a:solidFill>
            <a:srgbClr val="C5A55A"/>
          </a:solidFill>
          <a:ln/>
        </p:spPr>
        <p:txBody>
          <a:bodyPr/>
          <a:lstStyle/>
          <a:p>
            <a:endParaRPr lang="fr-FR"/>
          </a:p>
        </p:txBody>
      </p:sp>
      <p:sp>
        <p:nvSpPr>
          <p:cNvPr id="25" name="Text 23"/>
          <p:cNvSpPr txBox="1"/>
          <p:nvPr/>
        </p:nvSpPr>
        <p:spPr>
          <a:xfrm>
            <a:off x="1170432" y="4443984"/>
            <a:ext cx="4517136" cy="859536"/>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Un emplacement non renseigné donne un facteur neutre, donc une notation </a:t>
            </a:r>
            <a:r>
              <a:rPr lang="en-US" sz="1200" dirty="0" err="1">
                <a:solidFill>
                  <a:srgbClr val="232A3A"/>
                </a:solidFill>
                <a:latin typeface="Lato" pitchFamily="34" charset="0"/>
                <a:ea typeface="Lato" pitchFamily="34" charset="-122"/>
                <a:cs typeface="Lato" pitchFamily="34" charset="-120"/>
              </a:rPr>
              <a:t>inchangée</a:t>
            </a:r>
            <a:r>
              <a:rPr lang="en-US" sz="1200" dirty="0">
                <a:solidFill>
                  <a:srgbClr val="232A3A"/>
                </a:solidFill>
                <a:latin typeface="Lato" pitchFamily="34" charset="0"/>
                <a:ea typeface="Lato" pitchFamily="34" charset="-122"/>
                <a:cs typeface="Lato" pitchFamily="34" charset="-120"/>
              </a:rPr>
              <a:t>.</a:t>
            </a:r>
            <a:endParaRPr lang="en-US" sz="1200" dirty="0"/>
          </a:p>
        </p:txBody>
      </p:sp>
      <p:sp>
        <p:nvSpPr>
          <p:cNvPr id="26" name="Shape 24"/>
          <p:cNvSpPr/>
          <p:nvPr/>
        </p:nvSpPr>
        <p:spPr>
          <a:xfrm>
            <a:off x="6190488" y="4443984"/>
            <a:ext cx="5230368" cy="859536"/>
          </a:xfrm>
          <a:prstGeom prst="rect">
            <a:avLst/>
          </a:prstGeom>
          <a:solidFill>
            <a:srgbClr val="F2F4F8"/>
          </a:solidFill>
          <a:ln/>
        </p:spPr>
        <p:txBody>
          <a:bodyPr/>
          <a:lstStyle/>
          <a:p>
            <a:endParaRPr lang="fr-FR"/>
          </a:p>
        </p:txBody>
      </p:sp>
      <p:sp>
        <p:nvSpPr>
          <p:cNvPr id="27" name="Shape 25"/>
          <p:cNvSpPr/>
          <p:nvPr/>
        </p:nvSpPr>
        <p:spPr>
          <a:xfrm>
            <a:off x="6446520" y="4828032"/>
            <a:ext cx="82296" cy="82296"/>
          </a:xfrm>
          <a:prstGeom prst="ellipse">
            <a:avLst/>
          </a:prstGeom>
          <a:solidFill>
            <a:srgbClr val="C5A55A"/>
          </a:solidFill>
          <a:ln/>
        </p:spPr>
        <p:txBody>
          <a:bodyPr/>
          <a:lstStyle/>
          <a:p>
            <a:endParaRPr lang="fr-FR"/>
          </a:p>
        </p:txBody>
      </p:sp>
      <p:sp>
        <p:nvSpPr>
          <p:cNvPr id="28" name="Text 26"/>
          <p:cNvSpPr txBox="1"/>
          <p:nvPr/>
        </p:nvSpPr>
        <p:spPr>
          <a:xfrm>
            <a:off x="6702552" y="4443984"/>
            <a:ext cx="4517136" cy="859536"/>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six paliers sont déclarés dans un fichier de configuration </a:t>
            </a:r>
            <a:r>
              <a:rPr lang="en-US" sz="1200" dirty="0" err="1">
                <a:solidFill>
                  <a:srgbClr val="232A3A"/>
                </a:solidFill>
                <a:latin typeface="Lato" pitchFamily="34" charset="0"/>
                <a:ea typeface="Lato" pitchFamily="34" charset="-122"/>
                <a:cs typeface="Lato" pitchFamily="34" charset="-120"/>
              </a:rPr>
              <a:t>afin</a:t>
            </a:r>
            <a:r>
              <a:rPr lang="en-US" sz="1200" dirty="0">
                <a:solidFill>
                  <a:srgbClr val="232A3A"/>
                </a:solidFill>
                <a:latin typeface="Lato" pitchFamily="34" charset="0"/>
                <a:ea typeface="Lato" pitchFamily="34" charset="-122"/>
                <a:cs typeface="Lato" pitchFamily="34" charset="-120"/>
              </a:rPr>
              <a:t> que leur calibrage relève du métier.</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87770027-EF53-441B-9D16-26101A5FE043}" type="slidenum">
              <a:rPr lang="fr-FR" sz="900" b="0">
                <a:solidFill>
                  <a:srgbClr val="4A5568"/>
                </a:solidFill>
                <a:latin typeface="Lato"/>
              </a:rPr>
              <a:t>38</a:t>
            </a:fld>
            <a:endParaRPr lang="fr-FR">
              <a:solidFill>
                <a:srgbClr val="4A5568"/>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RÉSULTAT MESURÉ — L'ORDRE DE TRAITEMENT CHANGE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Effets sur la hiérarchisation des vulnérabilités</a:t>
            </a:r>
            <a:endParaRPr lang="en-US" sz="3000" dirty="0"/>
          </a:p>
        </p:txBody>
      </p:sp>
      <p:graphicFrame>
        <p:nvGraphicFramePr>
          <p:cNvPr id="4" name="Chart 0"/>
          <p:cNvGraphicFramePr/>
          <p:nvPr/>
        </p:nvGraphicFramePr>
        <p:xfrm>
          <a:off x="658368" y="1517904"/>
          <a:ext cx="6492240" cy="3127248"/>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58368" y="4700016"/>
            <a:ext cx="6492240"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Répartition des 11 516 lignes de notation selon le mouvement de leur niveau de criticité.</a:t>
            </a:r>
            <a:endParaRPr lang="en-US" sz="1050" dirty="0"/>
          </a:p>
        </p:txBody>
      </p:sp>
      <p:sp>
        <p:nvSpPr>
          <p:cNvPr id="6" name="Text 3"/>
          <p:cNvSpPr txBox="1"/>
          <p:nvPr/>
        </p:nvSpPr>
        <p:spPr>
          <a:xfrm>
            <a:off x="7333488" y="1554480"/>
            <a:ext cx="4206240" cy="822960"/>
          </a:xfrm>
          <a:prstGeom prst="rect">
            <a:avLst/>
          </a:prstGeom>
          <a:noFill/>
          <a:ln/>
        </p:spPr>
        <p:txBody>
          <a:bodyPr wrap="square" lIns="0" tIns="0" rIns="0" bIns="0" rtlCol="0" anchor="ctr"/>
          <a:lstStyle/>
          <a:p>
            <a:pPr marL="0" indent="0" algn="l">
              <a:buNone/>
            </a:pPr>
            <a:r>
              <a:rPr lang="en-US" sz="5200" b="1" dirty="0">
                <a:solidFill>
                  <a:srgbClr val="C5A55A"/>
                </a:solidFill>
                <a:latin typeface="Lato" pitchFamily="34" charset="0"/>
                <a:ea typeface="Lato" pitchFamily="34" charset="-122"/>
                <a:cs typeface="Lato" pitchFamily="34" charset="-120"/>
              </a:rPr>
              <a:t>55,6 %</a:t>
            </a:r>
            <a:endParaRPr lang="en-US" sz="5200" dirty="0"/>
          </a:p>
        </p:txBody>
      </p:sp>
      <p:sp>
        <p:nvSpPr>
          <p:cNvPr id="7" name="Text 4"/>
          <p:cNvSpPr txBox="1"/>
          <p:nvPr/>
        </p:nvSpPr>
        <p:spPr>
          <a:xfrm>
            <a:off x="7333488" y="2359152"/>
            <a:ext cx="4206240" cy="566928"/>
          </a:xfrm>
          <a:prstGeom prst="rect">
            <a:avLst/>
          </a:prstGeom>
          <a:noFill/>
          <a:ln/>
        </p:spPr>
        <p:txBody>
          <a:bodyPr wrap="square" lIns="0" tIns="0" rIns="0" bIns="0" rtlCol="0" anchor="t"/>
          <a:lstStyle/>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des vulnérabilités changent de niveau de criticité</a:t>
            </a:r>
            <a:endParaRPr lang="en-US" sz="1300" dirty="0"/>
          </a:p>
        </p:txBody>
      </p:sp>
      <p:sp>
        <p:nvSpPr>
          <p:cNvPr id="8" name="Shape 5"/>
          <p:cNvSpPr/>
          <p:nvPr/>
        </p:nvSpPr>
        <p:spPr>
          <a:xfrm>
            <a:off x="7333488" y="3255264"/>
            <a:ext cx="4206240" cy="1316736"/>
          </a:xfrm>
          <a:prstGeom prst="rect">
            <a:avLst/>
          </a:prstGeom>
          <a:solidFill>
            <a:srgbClr val="F2F4F8"/>
          </a:solidFill>
          <a:ln/>
        </p:spPr>
        <p:txBody>
          <a:bodyPr/>
          <a:lstStyle/>
          <a:p>
            <a:endParaRPr lang="fr-FR"/>
          </a:p>
        </p:txBody>
      </p:sp>
      <p:sp>
        <p:nvSpPr>
          <p:cNvPr id="9" name="Text 6"/>
          <p:cNvSpPr txBox="1"/>
          <p:nvPr/>
        </p:nvSpPr>
        <p:spPr>
          <a:xfrm>
            <a:off x="7589520" y="3438144"/>
            <a:ext cx="3657600" cy="402336"/>
          </a:xfrm>
          <a:prstGeom prst="rect">
            <a:avLst/>
          </a:prstGeom>
          <a:noFill/>
          <a:ln/>
        </p:spPr>
        <p:txBody>
          <a:bodyPr wrap="square" lIns="0" tIns="0" rIns="0" bIns="0" rtlCol="0" anchor="ctr"/>
          <a:lstStyle/>
          <a:p>
            <a:pPr marL="0" indent="0">
              <a:buNone/>
            </a:pPr>
            <a:r>
              <a:rPr lang="en-US" sz="2200" b="1" dirty="0">
                <a:solidFill>
                  <a:srgbClr val="1B2A4A"/>
                </a:solidFill>
                <a:latin typeface="Lato" pitchFamily="34" charset="0"/>
                <a:ea typeface="Lato" pitchFamily="34" charset="-122"/>
                <a:cs typeface="Lato" pitchFamily="34" charset="-120"/>
              </a:rPr>
              <a:t>100 / 100</a:t>
            </a:r>
            <a:endParaRPr lang="en-US" sz="2200" dirty="0"/>
          </a:p>
        </p:txBody>
      </p:sp>
      <p:sp>
        <p:nvSpPr>
          <p:cNvPr id="10" name="Text 7"/>
          <p:cNvSpPr txBox="1"/>
          <p:nvPr/>
        </p:nvSpPr>
        <p:spPr>
          <a:xfrm>
            <a:off x="7589520" y="3858768"/>
            <a:ext cx="3694176" cy="640080"/>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cent vulnérabilités les mieux notées demeurent identiques : les priorités hautes ne sont pas diluées.</a:t>
            </a:r>
            <a:endParaRPr lang="en-US" sz="1200" dirty="0"/>
          </a:p>
        </p:txBody>
      </p:sp>
      <p:sp>
        <p:nvSpPr>
          <p:cNvPr id="11" name="Shape 8"/>
          <p:cNvSpPr/>
          <p:nvPr/>
        </p:nvSpPr>
        <p:spPr>
          <a:xfrm>
            <a:off x="658368" y="5175504"/>
            <a:ext cx="10874959" cy="786384"/>
          </a:xfrm>
          <a:prstGeom prst="rect">
            <a:avLst/>
          </a:prstGeom>
          <a:solidFill>
            <a:srgbClr val="1B2A4A"/>
          </a:solidFill>
          <a:ln/>
        </p:spPr>
        <p:txBody>
          <a:bodyPr/>
          <a:lstStyle/>
          <a:p>
            <a:endParaRPr lang="fr-FR"/>
          </a:p>
        </p:txBody>
      </p:sp>
      <p:sp>
        <p:nvSpPr>
          <p:cNvPr id="12" name="Text 9"/>
          <p:cNvSpPr txBox="1"/>
          <p:nvPr/>
        </p:nvSpPr>
        <p:spPr>
          <a:xfrm>
            <a:off x="914400" y="5175504"/>
            <a:ext cx="10362895" cy="786384"/>
          </a:xfrm>
          <a:prstGeom prst="rect">
            <a:avLst/>
          </a:prstGeom>
          <a:noFill/>
          <a:ln/>
        </p:spPr>
        <p:txBody>
          <a:bodyPr wrap="square" lIns="0" tIns="0" rIns="0" bIns="0" rtlCol="0" anchor="ctr"/>
          <a:lstStyle/>
          <a:p>
            <a:pPr marL="0" indent="0">
              <a:lnSpc>
                <a:spcPct val="106000"/>
              </a:lnSpc>
              <a:buNone/>
            </a:pPr>
            <a:r>
              <a:rPr lang="en-US" sz="1600" b="1" dirty="0">
                <a:solidFill>
                  <a:srgbClr val="C5A55A"/>
                </a:solidFill>
                <a:latin typeface="Lato" pitchFamily="34" charset="0"/>
                <a:ea typeface="Lato" pitchFamily="34" charset="-122"/>
                <a:cs typeface="Lato" pitchFamily="34" charset="-120"/>
              </a:rPr>
              <a:t>Le facteur ne modifie pas le classement des actifs, mais il modifie l'ordre de </a:t>
            </a:r>
            <a:r>
              <a:rPr lang="en-US" sz="1600" b="1" dirty="0" err="1">
                <a:solidFill>
                  <a:srgbClr val="C5A55A"/>
                </a:solidFill>
                <a:latin typeface="Lato" pitchFamily="34" charset="0"/>
                <a:ea typeface="Lato" pitchFamily="34" charset="-122"/>
                <a:cs typeface="Lato" pitchFamily="34" charset="-120"/>
              </a:rPr>
              <a:t>traitement</a:t>
            </a:r>
            <a:endParaRPr lang="en-US" sz="1600" dirty="0">
              <a:solidFill>
                <a:srgbClr val="C5A55A"/>
              </a:solidFill>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5A95159-9C63-4D7D-A1B2-940D31E40AD8}" type="slidenum">
              <a:rPr lang="fr-FR" sz="900" b="0">
                <a:solidFill>
                  <a:srgbClr val="4A5568"/>
                </a:solidFill>
                <a:latin typeface="Lato"/>
              </a:rPr>
              <a:t>40</a:t>
            </a:fld>
            <a:endParaRPr lang="fr-FR">
              <a:solidFill>
                <a:srgbClr val="4A556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DEUX LECTURES DÉFENDABLES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Calibrage des seuils de criticité</a:t>
            </a:r>
            <a:endParaRPr lang="en-US" sz="3000" dirty="0"/>
          </a:p>
        </p:txBody>
      </p:sp>
      <p:sp>
        <p:nvSpPr>
          <p:cNvPr id="4" name="Text 2"/>
          <p:cNvSpPr txBox="1"/>
          <p:nvPr/>
        </p:nvSpPr>
        <p:spPr>
          <a:xfrm>
            <a:off x="658368" y="1243584"/>
            <a:ext cx="5029200" cy="237744"/>
          </a:xfrm>
          <a:prstGeom prst="rect">
            <a:avLst/>
          </a:prstGeom>
          <a:noFill/>
          <a:ln/>
        </p:spPr>
        <p:txBody>
          <a:bodyPr wrap="square" lIns="0" tIns="0" rIns="0" bIns="0" rtlCol="0" anchor="ctr"/>
          <a:lstStyle/>
          <a:p>
            <a:pPr marL="0" indent="0">
              <a:buNone/>
            </a:pPr>
            <a:r>
              <a:rPr lang="en-US" sz="1000" b="1" kern="0" spc="150" dirty="0">
                <a:solidFill>
                  <a:srgbClr val="4A5568"/>
                </a:solidFill>
                <a:latin typeface="Lato" pitchFamily="34" charset="0"/>
                <a:ea typeface="Lato" pitchFamily="34" charset="-122"/>
                <a:cs typeface="Lato" pitchFamily="34" charset="-120"/>
              </a:rPr>
              <a:t>DISTRIBUTION DES NOTATIONS OBTENUES</a:t>
            </a:r>
            <a:endParaRPr lang="en-US" sz="1000" dirty="0"/>
          </a:p>
        </p:txBody>
      </p:sp>
      <p:sp>
        <p:nvSpPr>
          <p:cNvPr id="5" name="Shape 3"/>
          <p:cNvSpPr/>
          <p:nvPr/>
        </p:nvSpPr>
        <p:spPr>
          <a:xfrm>
            <a:off x="685800" y="2290755"/>
            <a:ext cx="721919" cy="141549"/>
          </a:xfrm>
          <a:prstGeom prst="rect">
            <a:avLst/>
          </a:prstGeom>
          <a:solidFill>
            <a:srgbClr val="E6EAF1"/>
          </a:solidFill>
          <a:ln/>
        </p:spPr>
        <p:txBody>
          <a:bodyPr/>
          <a:lstStyle/>
          <a:p>
            <a:endParaRPr lang="fr-FR"/>
          </a:p>
        </p:txBody>
      </p:sp>
      <p:sp>
        <p:nvSpPr>
          <p:cNvPr id="6" name="Shape 4"/>
          <p:cNvSpPr/>
          <p:nvPr/>
        </p:nvSpPr>
        <p:spPr>
          <a:xfrm>
            <a:off x="1462583" y="2164933"/>
            <a:ext cx="721919" cy="267371"/>
          </a:xfrm>
          <a:prstGeom prst="rect">
            <a:avLst/>
          </a:prstGeom>
          <a:solidFill>
            <a:srgbClr val="E6EAF1"/>
          </a:solidFill>
          <a:ln/>
        </p:spPr>
        <p:txBody>
          <a:bodyPr/>
          <a:lstStyle/>
          <a:p>
            <a:endParaRPr lang="fr-FR"/>
          </a:p>
        </p:txBody>
      </p:sp>
      <p:sp>
        <p:nvSpPr>
          <p:cNvPr id="7" name="Shape 5"/>
          <p:cNvSpPr/>
          <p:nvPr/>
        </p:nvSpPr>
        <p:spPr>
          <a:xfrm>
            <a:off x="2239366" y="1999793"/>
            <a:ext cx="721919" cy="432511"/>
          </a:xfrm>
          <a:prstGeom prst="rect">
            <a:avLst/>
          </a:prstGeom>
          <a:solidFill>
            <a:srgbClr val="E6EAF1"/>
          </a:solidFill>
          <a:ln/>
        </p:spPr>
        <p:txBody>
          <a:bodyPr/>
          <a:lstStyle/>
          <a:p>
            <a:endParaRPr lang="fr-FR"/>
          </a:p>
        </p:txBody>
      </p:sp>
      <p:sp>
        <p:nvSpPr>
          <p:cNvPr id="8" name="Shape 6"/>
          <p:cNvSpPr/>
          <p:nvPr/>
        </p:nvSpPr>
        <p:spPr>
          <a:xfrm>
            <a:off x="3016148" y="1818924"/>
            <a:ext cx="721919" cy="613380"/>
          </a:xfrm>
          <a:prstGeom prst="rect">
            <a:avLst/>
          </a:prstGeom>
          <a:solidFill>
            <a:srgbClr val="E6EAF1"/>
          </a:solidFill>
          <a:ln/>
        </p:spPr>
        <p:txBody>
          <a:bodyPr/>
          <a:lstStyle/>
          <a:p>
            <a:endParaRPr lang="fr-FR"/>
          </a:p>
        </p:txBody>
      </p:sp>
      <p:sp>
        <p:nvSpPr>
          <p:cNvPr id="9" name="Shape 7"/>
          <p:cNvSpPr/>
          <p:nvPr/>
        </p:nvSpPr>
        <p:spPr>
          <a:xfrm>
            <a:off x="3792931" y="1685239"/>
            <a:ext cx="721919" cy="747065"/>
          </a:xfrm>
          <a:prstGeom prst="rect">
            <a:avLst/>
          </a:prstGeom>
          <a:solidFill>
            <a:srgbClr val="E6EAF1"/>
          </a:solidFill>
          <a:ln/>
        </p:spPr>
        <p:txBody>
          <a:bodyPr/>
          <a:lstStyle/>
          <a:p>
            <a:endParaRPr lang="fr-FR"/>
          </a:p>
        </p:txBody>
      </p:sp>
      <p:sp>
        <p:nvSpPr>
          <p:cNvPr id="10" name="Shape 8"/>
          <p:cNvSpPr/>
          <p:nvPr/>
        </p:nvSpPr>
        <p:spPr>
          <a:xfrm>
            <a:off x="4569714" y="1645920"/>
            <a:ext cx="721919" cy="786384"/>
          </a:xfrm>
          <a:prstGeom prst="rect">
            <a:avLst/>
          </a:prstGeom>
          <a:solidFill>
            <a:srgbClr val="E6EAF1"/>
          </a:solidFill>
          <a:ln/>
        </p:spPr>
        <p:txBody>
          <a:bodyPr/>
          <a:lstStyle/>
          <a:p>
            <a:endParaRPr lang="fr-FR"/>
          </a:p>
        </p:txBody>
      </p:sp>
      <p:sp>
        <p:nvSpPr>
          <p:cNvPr id="11" name="Shape 9"/>
          <p:cNvSpPr/>
          <p:nvPr/>
        </p:nvSpPr>
        <p:spPr>
          <a:xfrm>
            <a:off x="5346497" y="1740286"/>
            <a:ext cx="721919" cy="692018"/>
          </a:xfrm>
          <a:prstGeom prst="rect">
            <a:avLst/>
          </a:prstGeom>
          <a:solidFill>
            <a:srgbClr val="1B2A4A"/>
          </a:solidFill>
          <a:ln/>
        </p:spPr>
        <p:txBody>
          <a:bodyPr/>
          <a:lstStyle/>
          <a:p>
            <a:endParaRPr lang="fr-FR"/>
          </a:p>
        </p:txBody>
      </p:sp>
      <p:sp>
        <p:nvSpPr>
          <p:cNvPr id="12" name="Shape 10"/>
          <p:cNvSpPr/>
          <p:nvPr/>
        </p:nvSpPr>
        <p:spPr>
          <a:xfrm>
            <a:off x="6123280" y="1913291"/>
            <a:ext cx="721919" cy="519013"/>
          </a:xfrm>
          <a:prstGeom prst="rect">
            <a:avLst/>
          </a:prstGeom>
          <a:solidFill>
            <a:srgbClr val="1B2A4A"/>
          </a:solidFill>
          <a:ln/>
        </p:spPr>
        <p:txBody>
          <a:bodyPr/>
          <a:lstStyle/>
          <a:p>
            <a:endParaRPr lang="fr-FR"/>
          </a:p>
        </p:txBody>
      </p:sp>
      <p:sp>
        <p:nvSpPr>
          <p:cNvPr id="13" name="Shape 11"/>
          <p:cNvSpPr/>
          <p:nvPr/>
        </p:nvSpPr>
        <p:spPr>
          <a:xfrm>
            <a:off x="6900062" y="2086295"/>
            <a:ext cx="721919" cy="346009"/>
          </a:xfrm>
          <a:prstGeom prst="rect">
            <a:avLst/>
          </a:prstGeom>
          <a:solidFill>
            <a:srgbClr val="1B2A4A"/>
          </a:solidFill>
          <a:ln/>
        </p:spPr>
        <p:txBody>
          <a:bodyPr/>
          <a:lstStyle/>
          <a:p>
            <a:endParaRPr lang="fr-FR"/>
          </a:p>
        </p:txBody>
      </p:sp>
      <p:sp>
        <p:nvSpPr>
          <p:cNvPr id="14" name="Shape 12"/>
          <p:cNvSpPr/>
          <p:nvPr/>
        </p:nvSpPr>
        <p:spPr>
          <a:xfrm>
            <a:off x="7676845" y="2212116"/>
            <a:ext cx="721919" cy="220188"/>
          </a:xfrm>
          <a:prstGeom prst="rect">
            <a:avLst/>
          </a:prstGeom>
          <a:solidFill>
            <a:srgbClr val="1B2A4A"/>
          </a:solidFill>
          <a:ln/>
        </p:spPr>
        <p:txBody>
          <a:bodyPr/>
          <a:lstStyle/>
          <a:p>
            <a:endParaRPr lang="fr-FR"/>
          </a:p>
        </p:txBody>
      </p:sp>
      <p:sp>
        <p:nvSpPr>
          <p:cNvPr id="15" name="Shape 13"/>
          <p:cNvSpPr/>
          <p:nvPr/>
        </p:nvSpPr>
        <p:spPr>
          <a:xfrm>
            <a:off x="8453628" y="2298619"/>
            <a:ext cx="721919" cy="133685"/>
          </a:xfrm>
          <a:prstGeom prst="rect">
            <a:avLst/>
          </a:prstGeom>
          <a:solidFill>
            <a:srgbClr val="1B2A4A"/>
          </a:solidFill>
          <a:ln/>
        </p:spPr>
        <p:txBody>
          <a:bodyPr/>
          <a:lstStyle/>
          <a:p>
            <a:endParaRPr lang="fr-FR"/>
          </a:p>
        </p:txBody>
      </p:sp>
      <p:sp>
        <p:nvSpPr>
          <p:cNvPr id="16" name="Shape 14"/>
          <p:cNvSpPr/>
          <p:nvPr/>
        </p:nvSpPr>
        <p:spPr>
          <a:xfrm>
            <a:off x="9230411" y="2353666"/>
            <a:ext cx="721919" cy="78638"/>
          </a:xfrm>
          <a:prstGeom prst="rect">
            <a:avLst/>
          </a:prstGeom>
          <a:solidFill>
            <a:srgbClr val="1B2A4A"/>
          </a:solidFill>
          <a:ln/>
        </p:spPr>
        <p:txBody>
          <a:bodyPr/>
          <a:lstStyle/>
          <a:p>
            <a:endParaRPr lang="fr-FR"/>
          </a:p>
        </p:txBody>
      </p:sp>
      <p:sp>
        <p:nvSpPr>
          <p:cNvPr id="17" name="Shape 15"/>
          <p:cNvSpPr/>
          <p:nvPr/>
        </p:nvSpPr>
        <p:spPr>
          <a:xfrm>
            <a:off x="10007194" y="2385121"/>
            <a:ext cx="721919" cy="47183"/>
          </a:xfrm>
          <a:prstGeom prst="rect">
            <a:avLst/>
          </a:prstGeom>
          <a:solidFill>
            <a:srgbClr val="1B2A4A"/>
          </a:solidFill>
          <a:ln/>
        </p:spPr>
        <p:txBody>
          <a:bodyPr/>
          <a:lstStyle/>
          <a:p>
            <a:endParaRPr lang="fr-FR"/>
          </a:p>
        </p:txBody>
      </p:sp>
      <p:sp>
        <p:nvSpPr>
          <p:cNvPr id="18" name="Shape 16"/>
          <p:cNvSpPr/>
          <p:nvPr/>
        </p:nvSpPr>
        <p:spPr>
          <a:xfrm>
            <a:off x="10783976" y="2408712"/>
            <a:ext cx="721919" cy="23592"/>
          </a:xfrm>
          <a:prstGeom prst="rect">
            <a:avLst/>
          </a:prstGeom>
          <a:solidFill>
            <a:srgbClr val="1B2A4A"/>
          </a:solidFill>
          <a:ln/>
        </p:spPr>
        <p:txBody>
          <a:bodyPr/>
          <a:lstStyle/>
          <a:p>
            <a:endParaRPr lang="fr-FR"/>
          </a:p>
        </p:txBody>
      </p:sp>
      <p:sp>
        <p:nvSpPr>
          <p:cNvPr id="19" name="Shape 17"/>
          <p:cNvSpPr/>
          <p:nvPr/>
        </p:nvSpPr>
        <p:spPr>
          <a:xfrm>
            <a:off x="5312851" y="1517904"/>
            <a:ext cx="21946" cy="1005840"/>
          </a:xfrm>
          <a:prstGeom prst="rect">
            <a:avLst/>
          </a:prstGeom>
          <a:solidFill>
            <a:srgbClr val="C5A55A"/>
          </a:solidFill>
          <a:ln/>
        </p:spPr>
        <p:txBody>
          <a:bodyPr/>
          <a:lstStyle/>
          <a:p>
            <a:endParaRPr lang="fr-FR"/>
          </a:p>
        </p:txBody>
      </p:sp>
      <p:sp>
        <p:nvSpPr>
          <p:cNvPr id="20" name="Text 18"/>
          <p:cNvSpPr txBox="1"/>
          <p:nvPr/>
        </p:nvSpPr>
        <p:spPr>
          <a:xfrm>
            <a:off x="5422579" y="1463040"/>
            <a:ext cx="4206240" cy="274320"/>
          </a:xfrm>
          <a:prstGeom prst="rect">
            <a:avLst/>
          </a:prstGeom>
          <a:noFill/>
          <a:ln/>
        </p:spPr>
        <p:txBody>
          <a:bodyPr wrap="square" lIns="0" tIns="0" rIns="0" bIns="0" rtlCol="0" anchor="ctr"/>
          <a:lstStyle/>
          <a:p>
            <a:pPr marL="0" indent="0">
              <a:buNone/>
            </a:pPr>
            <a:r>
              <a:rPr lang="en-US" sz="1200" b="1" dirty="0">
                <a:solidFill>
                  <a:srgbClr val="C5A55A"/>
                </a:solidFill>
                <a:latin typeface="Lato" pitchFamily="34" charset="0"/>
                <a:ea typeface="Lato" pitchFamily="34" charset="-122"/>
                <a:cs typeface="Lato" pitchFamily="34" charset="-120"/>
              </a:rPr>
              <a:t>médiane 55  ·  seuil « critique » 60</a:t>
            </a:r>
            <a:endParaRPr lang="en-US" sz="1200" dirty="0"/>
          </a:p>
        </p:txBody>
      </p:sp>
      <p:sp>
        <p:nvSpPr>
          <p:cNvPr id="22" name="Shape 20"/>
          <p:cNvSpPr/>
          <p:nvPr/>
        </p:nvSpPr>
        <p:spPr>
          <a:xfrm>
            <a:off x="658368" y="3401568"/>
            <a:ext cx="5230368" cy="2048256"/>
          </a:xfrm>
          <a:prstGeom prst="rect">
            <a:avLst/>
          </a:prstGeom>
          <a:solidFill>
            <a:srgbClr val="1B2A4A"/>
          </a:solidFill>
          <a:ln/>
        </p:spPr>
        <p:txBody>
          <a:bodyPr/>
          <a:lstStyle/>
          <a:p>
            <a:endParaRPr lang="fr-FR"/>
          </a:p>
        </p:txBody>
      </p:sp>
      <p:sp>
        <p:nvSpPr>
          <p:cNvPr id="23" name="Text 21"/>
          <p:cNvSpPr txBox="1"/>
          <p:nvPr/>
        </p:nvSpPr>
        <p:spPr>
          <a:xfrm>
            <a:off x="932688" y="3566160"/>
            <a:ext cx="4663440" cy="310896"/>
          </a:xfrm>
          <a:prstGeom prst="rect">
            <a:avLst/>
          </a:prstGeom>
          <a:noFill/>
          <a:ln/>
        </p:spPr>
        <p:txBody>
          <a:bodyPr wrap="square" lIns="0" tIns="0" rIns="0" bIns="0" rtlCol="0" anchor="ctr"/>
          <a:lstStyle/>
          <a:p>
            <a:pPr marL="0" indent="0">
              <a:buNone/>
            </a:pPr>
            <a:r>
              <a:rPr lang="en-US" sz="1550" b="1" dirty="0">
                <a:solidFill>
                  <a:srgbClr val="C5A55A"/>
                </a:solidFill>
                <a:latin typeface="Lato" pitchFamily="34" charset="0"/>
                <a:ea typeface="Lato" pitchFamily="34" charset="-122"/>
                <a:cs typeface="Lato" pitchFamily="34" charset="-120"/>
              </a:rPr>
              <a:t>Seuils absolus</a:t>
            </a:r>
            <a:endParaRPr lang="en-US" sz="1550" dirty="0"/>
          </a:p>
        </p:txBody>
      </p:sp>
      <p:sp>
        <p:nvSpPr>
          <p:cNvPr id="24" name="Text 22"/>
          <p:cNvSpPr txBox="1"/>
          <p:nvPr/>
        </p:nvSpPr>
        <p:spPr>
          <a:xfrm>
            <a:off x="932688" y="3931920"/>
            <a:ext cx="4663440" cy="530352"/>
          </a:xfrm>
          <a:prstGeom prst="rect">
            <a:avLst/>
          </a:prstGeom>
          <a:noFill/>
          <a:ln/>
        </p:spPr>
        <p:txBody>
          <a:bodyPr wrap="square" lIns="0" tIns="0" rIns="0" bIns="0" rtlCol="0" anchor="ctr"/>
          <a:lstStyle/>
          <a:p>
            <a:pPr marL="0" indent="0">
              <a:buNone/>
            </a:pPr>
            <a:r>
              <a:rPr lang="en-US" sz="3400" b="1" dirty="0">
                <a:solidFill>
                  <a:srgbClr val="FFFFFF"/>
                </a:solidFill>
                <a:latin typeface="Lato" pitchFamily="34" charset="0"/>
                <a:ea typeface="Lato" pitchFamily="34" charset="-122"/>
                <a:cs typeface="Lato" pitchFamily="34" charset="-120"/>
              </a:rPr>
              <a:t>5 254</a:t>
            </a:r>
            <a:r>
              <a:rPr lang="en-US" sz="1200" dirty="0">
                <a:solidFill>
                  <a:srgbClr val="AEB7C6"/>
                </a:solidFill>
                <a:latin typeface="Lato" pitchFamily="34" charset="0"/>
                <a:ea typeface="Lato" pitchFamily="34" charset="-122"/>
                <a:cs typeface="Lato" pitchFamily="34" charset="-120"/>
              </a:rPr>
              <a:t>   lignes critiques, soit 46 %</a:t>
            </a:r>
            <a:endParaRPr lang="en-US" sz="3400" dirty="0"/>
          </a:p>
        </p:txBody>
      </p:sp>
      <p:sp>
        <p:nvSpPr>
          <p:cNvPr id="25" name="Text 23"/>
          <p:cNvSpPr txBox="1"/>
          <p:nvPr/>
        </p:nvSpPr>
        <p:spPr>
          <a:xfrm>
            <a:off x="93268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D5DAE4"/>
                </a:solidFill>
                <a:latin typeface="Lato" pitchFamily="34" charset="0"/>
                <a:ea typeface="Lato" pitchFamily="34" charset="-122"/>
                <a:cs typeface="Lato" pitchFamily="34" charset="-120"/>
              </a:rPr>
              <a:t>Une notation exprime une gravité en soi. Deux périmètres et deux dates restent comparables. Seuils du POC, que la recette avait choisi de ne pas figer.</a:t>
            </a:r>
            <a:endParaRPr lang="en-US" sz="1200" dirty="0"/>
          </a:p>
        </p:txBody>
      </p:sp>
      <p:sp>
        <p:nvSpPr>
          <p:cNvPr id="26" name="Shape 24"/>
          <p:cNvSpPr/>
          <p:nvPr/>
        </p:nvSpPr>
        <p:spPr>
          <a:xfrm>
            <a:off x="6190488" y="3401568"/>
            <a:ext cx="5230368" cy="2048256"/>
          </a:xfrm>
          <a:prstGeom prst="rect">
            <a:avLst/>
          </a:prstGeom>
          <a:solidFill>
            <a:srgbClr val="F2F4F8"/>
          </a:solidFill>
          <a:ln/>
        </p:spPr>
        <p:txBody>
          <a:bodyPr/>
          <a:lstStyle/>
          <a:p>
            <a:endParaRPr lang="fr-FR"/>
          </a:p>
        </p:txBody>
      </p:sp>
      <p:sp>
        <p:nvSpPr>
          <p:cNvPr id="27" name="Text 25"/>
          <p:cNvSpPr txBox="1"/>
          <p:nvPr/>
        </p:nvSpPr>
        <p:spPr>
          <a:xfrm>
            <a:off x="6464808" y="3566160"/>
            <a:ext cx="4663440" cy="310896"/>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Seuils relatifs au parc</a:t>
            </a:r>
            <a:endParaRPr lang="en-US" sz="1550" dirty="0"/>
          </a:p>
        </p:txBody>
      </p:sp>
      <p:sp>
        <p:nvSpPr>
          <p:cNvPr id="28" name="Text 26"/>
          <p:cNvSpPr txBox="1"/>
          <p:nvPr/>
        </p:nvSpPr>
        <p:spPr>
          <a:xfrm>
            <a:off x="6464808" y="3931920"/>
            <a:ext cx="4663440" cy="530352"/>
          </a:xfrm>
          <a:prstGeom prst="rect">
            <a:avLst/>
          </a:prstGeom>
          <a:noFill/>
          <a:ln/>
        </p:spPr>
        <p:txBody>
          <a:bodyPr wrap="square" lIns="0" tIns="0" rIns="0" bIns="0" rtlCol="0" anchor="ctr"/>
          <a:lstStyle/>
          <a:p>
            <a:pPr marL="0" indent="0">
              <a:buNone/>
            </a:pPr>
            <a:r>
              <a:rPr lang="en-US" sz="3400" b="1" dirty="0">
                <a:solidFill>
                  <a:srgbClr val="1B2A4A"/>
                </a:solidFill>
                <a:latin typeface="Lato" pitchFamily="34" charset="0"/>
                <a:ea typeface="Lato" pitchFamily="34" charset="-122"/>
                <a:cs typeface="Lato" pitchFamily="34" charset="-120"/>
              </a:rPr>
              <a:t>709</a:t>
            </a:r>
            <a:r>
              <a:rPr lang="en-US" sz="1200" dirty="0">
                <a:solidFill>
                  <a:srgbClr val="4A5568"/>
                </a:solidFill>
                <a:latin typeface="Lato" pitchFamily="34" charset="0"/>
                <a:ea typeface="Lato" pitchFamily="34" charset="-122"/>
                <a:cs typeface="Lato" pitchFamily="34" charset="-120"/>
              </a:rPr>
              <a:t>   lignes critiques, soit 6 %</a:t>
            </a:r>
            <a:endParaRPr lang="en-US" sz="3400" dirty="0"/>
          </a:p>
        </p:txBody>
      </p:sp>
      <p:sp>
        <p:nvSpPr>
          <p:cNvPr id="29" name="Text 27"/>
          <p:cNvSpPr txBox="1"/>
          <p:nvPr/>
        </p:nvSpPr>
        <p:spPr>
          <a:xfrm>
            <a:off x="646480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232A3A"/>
                </a:solidFill>
                <a:latin typeface="Lato" pitchFamily="34" charset="0"/>
                <a:ea typeface="Lato" pitchFamily="34" charset="-122"/>
                <a:cs typeface="Lato" pitchFamily="34" charset="-120"/>
              </a:rPr>
              <a:t>La mention critique désigne les vulnérabilités à traiter en premier. La file devient finie, mais deux dates ne sont plus comparables.</a:t>
            </a:r>
            <a:endParaRPr lang="en-US" sz="1200" dirty="0"/>
          </a:p>
        </p:txBody>
      </p:sp>
      <p:sp>
        <p:nvSpPr>
          <p:cNvPr id="30" name="Text 28"/>
          <p:cNvSpPr txBox="1"/>
          <p:nvPr/>
        </p:nvSpPr>
        <p:spPr>
          <a:xfrm>
            <a:off x="658368" y="5614416"/>
            <a:ext cx="10874959" cy="548640"/>
          </a:xfrm>
          <a:prstGeom prst="rect">
            <a:avLst/>
          </a:prstGeom>
          <a:noFill/>
          <a:ln/>
        </p:spPr>
        <p:txBody>
          <a:bodyPr wrap="square" lIns="0" tIns="0" rIns="0" bIns="0" rtlCol="0" anchor="ctr"/>
          <a:lstStyle/>
          <a:p>
            <a:pPr marL="0" indent="0">
              <a:lnSpc>
                <a:spcPct val="114000"/>
              </a:lnSpc>
              <a:buNone/>
            </a:pPr>
            <a:r>
              <a:rPr lang="en-US" sz="1200" i="1" dirty="0">
                <a:solidFill>
                  <a:srgbClr val="4A5568"/>
                </a:solidFill>
                <a:latin typeface="Lato" pitchFamily="34" charset="0"/>
                <a:ea typeface="Lato" pitchFamily="34" charset="-122"/>
                <a:cs typeface="Lato" pitchFamily="34" charset="-120"/>
              </a:rPr>
              <a:t>3,6 % seulement des vulnérabilités sont critiques au sens du CVSS. Le tableau de bord permet de basculer d'une lecture à l'autre et affiche en clair celle qui est active : aucune interprétation ne reste implicite.</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B0B6CDAB-B3A1-4A75-B0FC-CB84FD6CE9EA}" type="slidenum">
              <a:rPr lang="fr-FR" sz="900" b="0">
                <a:solidFill>
                  <a:srgbClr val="4A5568"/>
                </a:solidFill>
                <a:latin typeface="Lato"/>
              </a:rPr>
              <a:t>44</a:t>
            </a:fld>
            <a:endParaRPr lang="fr-FR">
              <a:solidFill>
                <a:srgbClr val="4A5568"/>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701"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B097E42-236B-43DE-9EC4-16D2F38F7291}">
  <we:reference id="WA200010725" version="1.0.0.1" store="Omex" storeType="OMEX"/>
  <we:alternateReferences>
    <we:reference id="WA200010725" version="1.0.0.1" store="WA200010725" storeType="OMEX"/>
  </we:alternateReferences>
  <we:properties>
    <we:property name="claude.fileId" value="&quot;397eaf98-20ba-4f13-9a15-50d029283c2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32B14F2-8165-465D-88C5-9171683FBEC4}">
  <we:reference id="f5f369e5-aa35-49d7-ad7b-638152ddb008" version="1.0.0.1" store="EXCatalog" storeType="EXCatalog"/>
  <we:alternateReferences>
    <we:reference id="WA200010001" version="1.0.0.1" store="fr-FR" storeType="OMEX"/>
  </we:alternateReferences>
  <we:properties>
    <we:property name="claude.fileId" value="&quot;17f5d4ab-96cc-475f-87a7-e79f437ff4e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3968</TotalTime>
  <Words>12554</Words>
  <Application>Microsoft Office PowerPoint</Application>
  <PresentationFormat>Grand écran</PresentationFormat>
  <Paragraphs>1381</Paragraphs>
  <Slides>69</Slides>
  <Notes>63</Notes>
  <HiddenSlides>2</HiddenSlides>
  <MMClips>1</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69</vt:i4>
      </vt:variant>
    </vt:vector>
  </HeadingPairs>
  <TitlesOfParts>
    <vt:vector size="76" baseType="lpstr">
      <vt:lpstr>Aptos</vt:lpstr>
      <vt:lpstr>Arial</vt:lpstr>
      <vt:lpstr>Calibri</vt:lpstr>
      <vt:lpstr>Lato</vt:lpstr>
      <vt:lpstr>Lato Black</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LPB Conseil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Cartographie dynamique des impacts métiers des vulnérabilités</dc:title>
  <dc:subject>PptxGenJS Presentation</dc:subject>
  <dc:creator>Mattéo TREMISI</dc:creator>
  <cp:lastModifiedBy>Mattéo TREMISI</cp:lastModifiedBy>
  <cp:revision>7</cp:revision>
  <dcterms:created xsi:type="dcterms:W3CDTF">2026-08-26T07:52:48Z</dcterms:created>
  <dcterms:modified xsi:type="dcterms:W3CDTF">2026-09-07T15:10:21Z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90e499a-6c0b-4939-8372-bd2130f26c5c_Enabled">
    <vt:lpwstr>true</vt:lpwstr>
  </property>
  <property fmtid="{D5CDD505-2E9C-101B-9397-08002B2CF9AE}" pid="3" name="MSIP_Label_390e499a-6c0b-4939-8372-bd2130f26c5c_SetDate">
    <vt:lpwstr>2026-08-26T12:36:22Z</vt:lpwstr>
  </property>
  <property fmtid="{D5CDD505-2E9C-101B-9397-08002B2CF9AE}" pid="4" name="MSIP_Label_390e499a-6c0b-4939-8372-bd2130f26c5c_Method">
    <vt:lpwstr>Standard</vt:lpwstr>
  </property>
  <property fmtid="{D5CDD505-2E9C-101B-9397-08002B2CF9AE}" pid="5" name="MSIP_Label_390e499a-6c0b-4939-8372-bd2130f26c5c_Name">
    <vt:lpwstr>Public_defaut</vt:lpwstr>
  </property>
  <property fmtid="{D5CDD505-2E9C-101B-9397-08002B2CF9AE}" pid="6" name="MSIP_Label_390e499a-6c0b-4939-8372-bd2130f26c5c_SiteId">
    <vt:lpwstr>41f8fe31-7155-41f8-b200-594961decd0e</vt:lpwstr>
  </property>
  <property fmtid="{D5CDD505-2E9C-101B-9397-08002B2CF9AE}" pid="7" name="MSIP_Label_390e499a-6c0b-4939-8372-bd2130f26c5c_ActionId">
    <vt:lpwstr>d79c7ac8-e1bc-4b5b-ae51-08a479f60c53</vt:lpwstr>
  </property>
  <property fmtid="{D5CDD505-2E9C-101B-9397-08002B2CF9AE}" pid="8" name="MSIP_Label_390e499a-6c0b-4939-8372-bd2130f26c5c_ContentBits">
    <vt:lpwstr>0</vt:lpwstr>
  </property>
  <property fmtid="{D5CDD505-2E9C-101B-9397-08002B2CF9AE}" pid="9" name="MSIP_Label_390e499a-6c0b-4939-8372-bd2130f26c5c_Tag">
    <vt:lpwstr>10, 3, 0, 1</vt:lpwstr>
  </property>
</Properties>
</file>