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8.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27.xml" ContentType="application/vnd.openxmlformats-officedocument.presentationml.slide+xml"/>
  <Override PartName="/ppt/slides/slide29.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0.xml" ContentType="application/vnd.openxmlformats-officedocument.presentationml.slide+xml"/>
  <Override PartName="/ppt/slides/slide44.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27.xml" ContentType="application/vnd.openxmlformats-officedocument.presentationml.notesSlide+xml"/>
  <Override PartName="/ppt/notesSlides/notesSlide29.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0.xml" ContentType="application/vnd.openxmlformats-officedocument.presentationml.notesSlide+xml"/>
  <Override PartName="/ppt/charts/chart1.xml" ContentType="application/vnd.openxmlformats-officedocument.drawingml.chart+xml"/>
  <Override PartName="/ppt/notesSlides/notesSlide44.xml" ContentType="application/vnd.openxmlformats-officedocument.presentationml.notesSlide+xml"/>
  <Override PartName="/ppt/notesSlides/notesSlide5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7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651" r:id="rId2"/>
  </p:sldMasterIdLst>
  <p:notesMasterIdLst>
    <p:notesMasterId r:id="rId72"/>
  </p:notesMasterIdLst>
  <p:sldIdLst>
    <p:sldId id="263" r:id="rId10"/>
    <p:sldId id="331" r:id="rId79"/>
    <p:sldId id="266" r:id="rId13"/>
    <p:sldId id="268" r:id="rId15"/>
    <p:sldId id="282" r:id="rId29"/>
    <p:sldId id="284" r:id="rId31"/>
    <p:sldId id="292" r:id="rId39"/>
    <p:sldId id="293" r:id="rId40"/>
    <p:sldId id="295" r:id="rId42"/>
    <p:sldId id="299" r:id="rId46"/>
    <p:sldId id="306" r:id="rId5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5A55A"/>
    <a:srgbClr val="F8E212"/>
    <a:srgbClr val="FBF9F5"/>
    <a:srgbClr val="FFFFFF"/>
    <a:srgbClr val="E0CF9E"/>
    <a:srgbClr val="AAA189"/>
    <a:srgbClr val="A9A088"/>
    <a:srgbClr val="A2543C"/>
    <a:srgbClr val="4E7A5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AE285E-B121-4515-9C18-FABA0E58104D}" v="4" dt="2026-09-07T10:02:51.3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108" autoAdjust="0"/>
    <p:restoredTop sz="66105" autoAdjust="0"/>
  </p:normalViewPr>
  <p:slideViewPr>
    <p:cSldViewPr snapToGrid="0" snapToObjects="1">
      <p:cViewPr>
        <p:scale>
          <a:sx n="71" d="100"/>
          <a:sy n="71" d="100"/>
        </p:scale>
        <p:origin x="1133" y="101"/>
      </p:cViewPr>
      <p:guideLst/>
    </p:cSldViewPr>
  </p:slideViewPr>
  <p:notesTextViewPr>
    <p:cViewPr>
      <p:scale>
        <a:sx n="3" d="2"/>
        <a:sy n="3" d="2"/>
      </p:scale>
      <p:origin x="0" y="0"/>
    </p:cViewPr>
  </p:notesTextViewPr>
  <p:gridSpacing cx="76200" cy="76200"/>
</p:viewPr>
</file>

<file path=ppt/_rels/presentation.xml.rels><?xml version="1.0" encoding="utf-8"?><Relationships xmlns="http://schemas.openxmlformats.org/package/2006/relationships"><Relationship Id="rId42" Type="http://schemas.openxmlformats.org/officeDocument/2006/relationships/slide" Target="slides/slide40.xml"/><Relationship Id="rId40" Type="http://schemas.openxmlformats.org/officeDocument/2006/relationships/slide" Target="slides/slide38.xml"/><Relationship Id="rId74" Type="http://schemas.openxmlformats.org/officeDocument/2006/relationships/viewProps" Target="viewProps.xml"/><Relationship Id="rId77" Type="http://schemas.microsoft.com/office/2016/11/relationships/changesInfo" Target="changesInfos/changesInfo1.xml"/><Relationship Id="rId72" Type="http://schemas.openxmlformats.org/officeDocument/2006/relationships/notesMaster" Target="notesMasters/notesMaster1.xml"/><Relationship Id="rId46" Type="http://schemas.openxmlformats.org/officeDocument/2006/relationships/slide" Target="slides/slide44.xml"/><Relationship Id="rId54" Type="http://schemas.openxmlformats.org/officeDocument/2006/relationships/slide" Target="slides/slide52.xml"/><Relationship Id="rId75" Type="http://schemas.openxmlformats.org/officeDocument/2006/relationships/theme" Target="theme/theme1.xml"/><Relationship Id="rId1" Type="http://schemas.openxmlformats.org/officeDocument/2006/relationships/slideMaster" Target="slideMasters/slideMaster1.xml"/><Relationship Id="rId15" Type="http://schemas.openxmlformats.org/officeDocument/2006/relationships/slide" Target="slides/slide13.xml"/><Relationship Id="rId10" Type="http://schemas.openxmlformats.org/officeDocument/2006/relationships/slide" Target="slides/slide8.xml"/><Relationship Id="rId31" Type="http://schemas.openxmlformats.org/officeDocument/2006/relationships/slide" Target="slides/slide29.xml"/><Relationship Id="rId73" Type="http://schemas.openxmlformats.org/officeDocument/2006/relationships/presProps" Target="presProps.xml"/><Relationship Id="rId78" Type="http://schemas.microsoft.com/office/2015/10/relationships/revisionInfo" Target="revisionInfo.xml"/><Relationship Id="rId13" Type="http://schemas.openxmlformats.org/officeDocument/2006/relationships/slide" Target="slides/slide11.xml"/><Relationship Id="rId39" Type="http://schemas.openxmlformats.org/officeDocument/2006/relationships/slide" Target="slides/slide37.xml"/><Relationship Id="rId76" Type="http://schemas.openxmlformats.org/officeDocument/2006/relationships/tableStyles" Target="tableStyles.xml"/><Relationship Id="rId2" Type="http://schemas.openxmlformats.org/officeDocument/2006/relationships/slideMaster" Target="slideMasters/slideMaster2.xml"/><Relationship Id="rId29" Type="http://schemas.openxmlformats.org/officeDocument/2006/relationships/slide" Target="slides/slide27.xml"/>  <Relationship Id="rId79" Type="http://schemas.openxmlformats.org/officeDocument/2006/relationships/slide" Target="slides/slide70.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éo TREMISI" userId="e344fc52-7e33-4822-85ed-50fd192645c1" providerId="ADAL" clId="{921FD83F-E93C-4172-927C-39516FB4C889}"/>
    <pc:docChg chg="undo custSel addSld delSld modSld sldOrd modMainMaster">
      <pc:chgData name="Mattéo TREMISI" userId="e344fc52-7e33-4822-85ed-50fd192645c1" providerId="ADAL" clId="{921FD83F-E93C-4172-927C-39516FB4C889}" dt="2026-09-07T10:22:55.784" v="2404" actId="20577"/>
      <pc:docMkLst>
        <pc:docMk/>
      </pc:docMkLst>
      <pc:sldChg chg="modSp mod">
        <pc:chgData name="Mattéo TREMISI" userId="e344fc52-7e33-4822-85ed-50fd192645c1" providerId="ADAL" clId="{921FD83F-E93C-4172-927C-39516FB4C889}" dt="2026-09-03T22:59:41.973" v="810"/>
        <pc:sldMkLst>
          <pc:docMk/>
          <pc:sldMk cId="0" sldId="259"/>
        </pc:sldMkLst>
        <pc:spChg chg="mod ord">
          <ac:chgData name="Mattéo TREMISI" userId="e344fc52-7e33-4822-85ed-50fd192645c1" providerId="ADAL" clId="{921FD83F-E93C-4172-927C-39516FB4C889}" dt="2026-09-03T22:59:41.973" v="810"/>
          <ac:spMkLst>
            <pc:docMk/>
            <pc:sldMk cId="0" sldId="259"/>
            <ac:spMk id="900" creationId="{00000000-0000-0000-0000-000000000000}"/>
          </ac:spMkLst>
        </pc:spChg>
      </pc:sldChg>
      <pc:sldChg chg="modSp mod">
        <pc:chgData name="Mattéo TREMISI" userId="e344fc52-7e33-4822-85ed-50fd192645c1" providerId="ADAL" clId="{921FD83F-E93C-4172-927C-39516FB4C889}" dt="2026-09-03T22:59:41.979" v="811"/>
        <pc:sldMkLst>
          <pc:docMk/>
          <pc:sldMk cId="0" sldId="260"/>
        </pc:sldMkLst>
        <pc:spChg chg="mod ord">
          <ac:chgData name="Mattéo TREMISI" userId="e344fc52-7e33-4822-85ed-50fd192645c1" providerId="ADAL" clId="{921FD83F-E93C-4172-927C-39516FB4C889}" dt="2026-09-03T22:59:41.979" v="811"/>
          <ac:spMkLst>
            <pc:docMk/>
            <pc:sldMk cId="0" sldId="260"/>
            <ac:spMk id="900" creationId="{00000000-0000-0000-0000-000000000000}"/>
          </ac:spMkLst>
        </pc:spChg>
      </pc:sldChg>
      <pc:sldChg chg="addSp delSp modSp mod">
        <pc:chgData name="Mattéo TREMISI" userId="e344fc52-7e33-4822-85ed-50fd192645c1" providerId="ADAL" clId="{921FD83F-E93C-4172-927C-39516FB4C889}" dt="2026-09-03T22:59:41.987" v="812"/>
        <pc:sldMkLst>
          <pc:docMk/>
          <pc:sldMk cId="0" sldId="261"/>
        </pc:sldMkLst>
        <pc:spChg chg="mod ord">
          <ac:chgData name="Mattéo TREMISI" userId="e344fc52-7e33-4822-85ed-50fd192645c1" providerId="ADAL" clId="{921FD83F-E93C-4172-927C-39516FB4C889}" dt="2026-09-03T22:59:41.987" v="812"/>
          <ac:spMkLst>
            <pc:docMk/>
            <pc:sldMk cId="0" sldId="261"/>
            <ac:spMk id="900" creationId="{00000000-0000-0000-0000-000000000000}"/>
          </ac:spMkLst>
        </pc:spChg>
        <pc:spChg chg="mod">
          <ac:chgData name="Mattéo TREMISI" userId="e344fc52-7e33-4822-85ed-50fd192645c1" providerId="ADAL" clId="{921FD83F-E93C-4172-927C-39516FB4C889}" dt="2026-09-03T22:42:04.881" v="17" actId="1076"/>
          <ac:spMkLst>
            <pc:docMk/>
            <pc:sldMk cId="0" sldId="261"/>
            <ac:spMk id="909" creationId="{00000000-0000-0000-0000-000000000000}"/>
          </ac:spMkLst>
        </pc:spChg>
        <pc:spChg chg="mod">
          <ac:chgData name="Mattéo TREMISI" userId="e344fc52-7e33-4822-85ed-50fd192645c1" providerId="ADAL" clId="{921FD83F-E93C-4172-927C-39516FB4C889}" dt="2026-09-03T22:41:56.989" v="14" actId="1076"/>
          <ac:spMkLst>
            <pc:docMk/>
            <pc:sldMk cId="0" sldId="261"/>
            <ac:spMk id="911" creationId="{00000000-0000-0000-0000-000000000000}"/>
          </ac:spMkLst>
        </pc:spChg>
        <pc:spChg chg="mod">
          <ac:chgData name="Mattéo TREMISI" userId="e344fc52-7e33-4822-85ed-50fd192645c1" providerId="ADAL" clId="{921FD83F-E93C-4172-927C-39516FB4C889}" dt="2026-09-03T22:41:53.929" v="12" actId="114"/>
          <ac:spMkLst>
            <pc:docMk/>
            <pc:sldMk cId="0" sldId="261"/>
            <ac:spMk id="926" creationId="{00000000-0000-0000-0000-000000000000}"/>
          </ac:spMkLst>
        </pc:spChg>
        <pc:spChg chg="mod">
          <ac:chgData name="Mattéo TREMISI" userId="e344fc52-7e33-4822-85ed-50fd192645c1" providerId="ADAL" clId="{921FD83F-E93C-4172-927C-39516FB4C889}" dt="2026-09-03T22:42:15.684" v="22" actId="20577"/>
          <ac:spMkLst>
            <pc:docMk/>
            <pc:sldMk cId="0" sldId="261"/>
            <ac:spMk id="929" creationId="{00000000-0000-0000-0000-000000000000}"/>
          </ac:spMkLst>
        </pc:spChg>
        <pc:spChg chg="add del mod">
          <ac:chgData name="Mattéo TREMISI" userId="e344fc52-7e33-4822-85ed-50fd192645c1" providerId="ADAL" clId="{921FD83F-E93C-4172-927C-39516FB4C889}" dt="2026-09-03T22:43:04.083" v="54" actId="207"/>
          <ac:spMkLst>
            <pc:docMk/>
            <pc:sldMk cId="0" sldId="261"/>
            <ac:spMk id="933" creationId="{00000000-0000-0000-0000-000000000000}"/>
          </ac:spMkLst>
        </pc:spChg>
        <pc:spChg chg="add del mod">
          <ac:chgData name="Mattéo TREMISI" userId="e344fc52-7e33-4822-85ed-50fd192645c1" providerId="ADAL" clId="{921FD83F-E93C-4172-927C-39516FB4C889}" dt="2026-09-03T22:43:04.083" v="54" actId="207"/>
          <ac:spMkLst>
            <pc:docMk/>
            <pc:sldMk cId="0" sldId="261"/>
            <ac:spMk id="934" creationId="{00000000-0000-0000-0000-000000000000}"/>
          </ac:spMkLst>
        </pc:spChg>
        <pc:picChg chg="add mod">
          <ac:chgData name="Mattéo TREMISI" userId="e344fc52-7e33-4822-85ed-50fd192645c1" providerId="ADAL" clId="{921FD83F-E93C-4172-927C-39516FB4C889}" dt="2026-09-03T22:42:28.424" v="25" actId="14100"/>
          <ac:picMkLst>
            <pc:docMk/>
            <pc:sldMk cId="0" sldId="261"/>
            <ac:picMk id="5" creationId="{1CA7F634-FE8B-50A7-502C-CCBC6CAD6A0C}"/>
          </ac:picMkLst>
        </pc:picChg>
        <pc:picChg chg="add mod">
          <ac:chgData name="Mattéo TREMISI" userId="e344fc52-7e33-4822-85ed-50fd192645c1" providerId="ADAL" clId="{921FD83F-E93C-4172-927C-39516FB4C889}" dt="2026-09-03T22:42:28.424" v="25" actId="14100"/>
          <ac:picMkLst>
            <pc:docMk/>
            <pc:sldMk cId="0" sldId="261"/>
            <ac:picMk id="7" creationId="{A242CBB6-EF5A-7D9D-C8C7-361E5DBE06B3}"/>
          </ac:picMkLst>
        </pc:picChg>
      </pc:sldChg>
      <pc:sldChg chg="delSp modSp mod">
        <pc:chgData name="Mattéo TREMISI" userId="e344fc52-7e33-4822-85ed-50fd192645c1" providerId="ADAL" clId="{921FD83F-E93C-4172-927C-39516FB4C889}" dt="2026-09-03T22:59:41.993" v="813"/>
        <pc:sldMkLst>
          <pc:docMk/>
          <pc:sldMk cId="0" sldId="262"/>
        </pc:sldMkLst>
        <pc:spChg chg="mod">
          <ac:chgData name="Mattéo TREMISI" userId="e344fc52-7e33-4822-85ed-50fd192645c1" providerId="ADAL" clId="{921FD83F-E93C-4172-927C-39516FB4C889}" dt="2026-09-03T22:43:27.471" v="95" actId="20577"/>
          <ac:spMkLst>
            <pc:docMk/>
            <pc:sldMk cId="0" sldId="262"/>
            <ac:spMk id="3" creationId="{00000000-0000-0000-0000-000000000000}"/>
          </ac:spMkLst>
        </pc:spChg>
        <pc:spChg chg="mod ord">
          <ac:chgData name="Mattéo TREMISI" userId="e344fc52-7e33-4822-85ed-50fd192645c1" providerId="ADAL" clId="{921FD83F-E93C-4172-927C-39516FB4C889}" dt="2026-09-03T22:59:41.993" v="813"/>
          <ac:spMkLst>
            <pc:docMk/>
            <pc:sldMk cId="0" sldId="262"/>
            <ac:spMk id="900" creationId="{00000000-0000-0000-0000-000000000000}"/>
          </ac:spMkLst>
        </pc:spChg>
        <pc:spChg chg="mod">
          <ac:chgData name="Mattéo TREMISI" userId="e344fc52-7e33-4822-85ed-50fd192645c1" providerId="ADAL" clId="{921FD83F-E93C-4172-927C-39516FB4C889}" dt="2026-09-03T22:43:55.565" v="145" actId="122"/>
          <ac:spMkLst>
            <pc:docMk/>
            <pc:sldMk cId="0" sldId="262"/>
            <ac:spMk id="931" creationId="{00000000-0000-0000-0000-000000000000}"/>
          </ac:spMkLst>
        </pc:spChg>
        <pc:spChg chg="mod">
          <ac:chgData name="Mattéo TREMISI" userId="e344fc52-7e33-4822-85ed-50fd192645c1" providerId="ADAL" clId="{921FD83F-E93C-4172-927C-39516FB4C889}" dt="2026-09-03T22:43:52.621" v="144" actId="113"/>
          <ac:spMkLst>
            <pc:docMk/>
            <pc:sldMk cId="0" sldId="262"/>
            <ac:spMk id="932" creationId="{00000000-0000-0000-0000-000000000000}"/>
          </ac:spMkLst>
        </pc:spChg>
      </pc:sldChg>
      <pc:sldChg chg="delSp modSp mod">
        <pc:chgData name="Mattéo TREMISI" userId="e344fc52-7e33-4822-85ed-50fd192645c1" providerId="ADAL" clId="{921FD83F-E93C-4172-927C-39516FB4C889}" dt="2026-09-05T23:16:08.644" v="1073" actId="478"/>
        <pc:sldMkLst>
          <pc:docMk/>
          <pc:sldMk cId="0" sldId="263"/>
        </pc:sldMkLst>
        <pc:spChg chg="mod">
          <ac:chgData name="Mattéo TREMISI" userId="e344fc52-7e33-4822-85ed-50fd192645c1" providerId="ADAL" clId="{921FD83F-E93C-4172-927C-39516FB4C889}" dt="2026-09-03T22:43:41.082" v="140" actId="20577"/>
          <ac:spMkLst>
            <pc:docMk/>
            <pc:sldMk cId="0" sldId="263"/>
            <ac:spMk id="3" creationId="{00000000-0000-0000-0000-000000000000}"/>
          </ac:spMkLst>
        </pc:spChg>
        <pc:spChg chg="mod ord">
          <ac:chgData name="Mattéo TREMISI" userId="e344fc52-7e33-4822-85ed-50fd192645c1" providerId="ADAL" clId="{921FD83F-E93C-4172-927C-39516FB4C889}" dt="2026-09-03T22:59:41.999" v="814"/>
          <ac:spMkLst>
            <pc:docMk/>
            <pc:sldMk cId="0" sldId="263"/>
            <ac:spMk id="900" creationId="{00000000-0000-0000-0000-000000000000}"/>
          </ac:spMkLst>
        </pc:spChg>
        <pc:spChg chg="del">
          <ac:chgData name="Mattéo TREMISI" userId="e344fc52-7e33-4822-85ed-50fd192645c1" providerId="ADAL" clId="{921FD83F-E93C-4172-927C-39516FB4C889}" dt="2026-09-05T23:16:08.644" v="1073" actId="478"/>
          <ac:spMkLst>
            <pc:docMk/>
            <pc:sldMk cId="0" sldId="263"/>
            <ac:spMk id="942" creationId="{00000000-0000-0000-0000-000000000000}"/>
          </ac:spMkLst>
        </pc:spChg>
        <pc:spChg chg="del">
          <ac:chgData name="Mattéo TREMISI" userId="e344fc52-7e33-4822-85ed-50fd192645c1" providerId="ADAL" clId="{921FD83F-E93C-4172-927C-39516FB4C889}" dt="2026-09-05T23:16:08.644" v="1073" actId="478"/>
          <ac:spMkLst>
            <pc:docMk/>
            <pc:sldMk cId="0" sldId="263"/>
            <ac:spMk id="943" creationId="{00000000-0000-0000-0000-000000000000}"/>
          </ac:spMkLst>
        </pc:spChg>
      </pc:sldChg>
      <pc:sldChg chg="delSp modSp mod">
        <pc:chgData name="Mattéo TREMISI" userId="e344fc52-7e33-4822-85ed-50fd192645c1" providerId="ADAL" clId="{921FD83F-E93C-4172-927C-39516FB4C889}" dt="2026-09-06T09:04:21.341" v="1207" actId="478"/>
        <pc:sldMkLst>
          <pc:docMk/>
          <pc:sldMk cId="0" sldId="264"/>
        </pc:sldMkLst>
        <pc:spChg chg="del">
          <ac:chgData name="Mattéo TREMISI" userId="e344fc52-7e33-4822-85ed-50fd192645c1" providerId="ADAL" clId="{921FD83F-E93C-4172-927C-39516FB4C889}" dt="2026-09-06T09:04:21.341" v="1207" actId="478"/>
          <ac:spMkLst>
            <pc:docMk/>
            <pc:sldMk cId="0" sldId="264"/>
            <ac:spMk id="5" creationId="{00000000-0000-0000-0000-000000000000}"/>
          </ac:spMkLst>
        </pc:spChg>
        <pc:spChg chg="mod ord">
          <ac:chgData name="Mattéo TREMISI" userId="e344fc52-7e33-4822-85ed-50fd192645c1" providerId="ADAL" clId="{921FD83F-E93C-4172-927C-39516FB4C889}" dt="2026-09-03T23:01:37.135" v="889"/>
          <ac:spMkLst>
            <pc:docMk/>
            <pc:sldMk cId="0" sldId="264"/>
            <ac:spMk id="900" creationId="{00000000-0000-0000-0000-000000000000}"/>
          </ac:spMkLst>
        </pc:spChg>
      </pc:sldChg>
      <pc:sldChg chg="modSp mod">
        <pc:chgData name="Mattéo TREMISI" userId="e344fc52-7e33-4822-85ed-50fd192645c1" providerId="ADAL" clId="{921FD83F-E93C-4172-927C-39516FB4C889}" dt="2026-09-03T22:59:42.013" v="816"/>
        <pc:sldMkLst>
          <pc:docMk/>
          <pc:sldMk cId="1646539252" sldId="265"/>
        </pc:sldMkLst>
        <pc:spChg chg="mod">
          <ac:chgData name="Mattéo TREMISI" userId="e344fc52-7e33-4822-85ed-50fd192645c1" providerId="ADAL" clId="{921FD83F-E93C-4172-927C-39516FB4C889}" dt="2026-09-03T22:44:30.050" v="149" actId="20577"/>
          <ac:spMkLst>
            <pc:docMk/>
            <pc:sldMk cId="1646539252" sldId="265"/>
            <ac:spMk id="2" creationId="{00000000-0000-0000-0000-000000000000}"/>
          </ac:spMkLst>
        </pc:spChg>
        <pc:spChg chg="mod">
          <ac:chgData name="Mattéo TREMISI" userId="e344fc52-7e33-4822-85ed-50fd192645c1" providerId="ADAL" clId="{921FD83F-E93C-4172-927C-39516FB4C889}" dt="2026-09-03T22:44:42.332" v="157" actId="20577"/>
          <ac:spMkLst>
            <pc:docMk/>
            <pc:sldMk cId="1646539252" sldId="265"/>
            <ac:spMk id="10" creationId="{00000000-0000-0000-0000-000000000000}"/>
          </ac:spMkLst>
        </pc:spChg>
        <pc:spChg chg="mod">
          <ac:chgData name="Mattéo TREMISI" userId="e344fc52-7e33-4822-85ed-50fd192645c1" providerId="ADAL" clId="{921FD83F-E93C-4172-927C-39516FB4C889}" dt="2026-09-03T22:45:24.907" v="331" actId="20577"/>
          <ac:spMkLst>
            <pc:docMk/>
            <pc:sldMk cId="1646539252" sldId="265"/>
            <ac:spMk id="14" creationId="{00000000-0000-0000-0000-000000000000}"/>
          </ac:spMkLst>
        </pc:spChg>
        <pc:spChg chg="mod ord">
          <ac:chgData name="Mattéo TREMISI" userId="e344fc52-7e33-4822-85ed-50fd192645c1" providerId="ADAL" clId="{921FD83F-E93C-4172-927C-39516FB4C889}" dt="2026-09-03T22:59:42.013" v="816"/>
          <ac:spMkLst>
            <pc:docMk/>
            <pc:sldMk cId="1646539252" sldId="265"/>
            <ac:spMk id="900" creationId="{00000000-0000-0000-0000-000000000000}"/>
          </ac:spMkLst>
        </pc:spChg>
      </pc:sldChg>
      <pc:sldChg chg="modSp mod">
        <pc:chgData name="Mattéo TREMISI" userId="e344fc52-7e33-4822-85ed-50fd192645c1" providerId="ADAL" clId="{921FD83F-E93C-4172-927C-39516FB4C889}" dt="2026-09-05T23:17:49.107" v="1085" actId="20577"/>
        <pc:sldMkLst>
          <pc:docMk/>
          <pc:sldMk cId="0" sldId="266"/>
        </pc:sldMkLst>
        <pc:spChg chg="mod">
          <ac:chgData name="Mattéo TREMISI" userId="e344fc52-7e33-4822-85ed-50fd192645c1" providerId="ADAL" clId="{921FD83F-E93C-4172-927C-39516FB4C889}" dt="2026-09-05T23:17:49.107" v="1085" actId="20577"/>
          <ac:spMkLst>
            <pc:docMk/>
            <pc:sldMk cId="0" sldId="266"/>
            <ac:spMk id="11" creationId="{00000000-0000-0000-0000-000000000000}"/>
          </ac:spMkLst>
        </pc:spChg>
        <pc:spChg chg="mod ord">
          <ac:chgData name="Mattéo TREMISI" userId="e344fc52-7e33-4822-85ed-50fd192645c1" providerId="ADAL" clId="{921FD83F-E93C-4172-927C-39516FB4C889}" dt="2026-09-03T23:01:37.151" v="890"/>
          <ac:spMkLst>
            <pc:docMk/>
            <pc:sldMk cId="0" sldId="266"/>
            <ac:spMk id="900" creationId="{00000000-0000-0000-0000-000000000000}"/>
          </ac:spMkLst>
        </pc:spChg>
      </pc:sldChg>
      <pc:sldChg chg="modSp mod">
        <pc:chgData name="Mattéo TREMISI" userId="e344fc52-7e33-4822-85ed-50fd192645c1" providerId="ADAL" clId="{921FD83F-E93C-4172-927C-39516FB4C889}" dt="2026-09-03T23:01:37.163" v="891"/>
        <pc:sldMkLst>
          <pc:docMk/>
          <pc:sldMk cId="0" sldId="267"/>
        </pc:sldMkLst>
        <pc:spChg chg="mod ord">
          <ac:chgData name="Mattéo TREMISI" userId="e344fc52-7e33-4822-85ed-50fd192645c1" providerId="ADAL" clId="{921FD83F-E93C-4172-927C-39516FB4C889}" dt="2026-09-03T23:01:37.163" v="891"/>
          <ac:spMkLst>
            <pc:docMk/>
            <pc:sldMk cId="0" sldId="267"/>
            <ac:spMk id="900" creationId="{00000000-0000-0000-0000-000000000000}"/>
          </ac:spMkLst>
        </pc:spChg>
      </pc:sldChg>
      <pc:sldChg chg="modSp mod">
        <pc:chgData name="Mattéo TREMISI" userId="e344fc52-7e33-4822-85ed-50fd192645c1" providerId="ADAL" clId="{921FD83F-E93C-4172-927C-39516FB4C889}" dt="2026-09-03T22:59:42.031" v="819"/>
        <pc:sldMkLst>
          <pc:docMk/>
          <pc:sldMk cId="0" sldId="268"/>
        </pc:sldMkLst>
        <pc:spChg chg="mod">
          <ac:chgData name="Mattéo TREMISI" userId="e344fc52-7e33-4822-85ed-50fd192645c1" providerId="ADAL" clId="{921FD83F-E93C-4172-927C-39516FB4C889}" dt="2026-09-03T22:45:55.018" v="332" actId="207"/>
          <ac:spMkLst>
            <pc:docMk/>
            <pc:sldMk cId="0" sldId="268"/>
            <ac:spMk id="20" creationId="{00000000-0000-0000-0000-000000000000}"/>
          </ac:spMkLst>
        </pc:spChg>
        <pc:spChg chg="mod">
          <ac:chgData name="Mattéo TREMISI" userId="e344fc52-7e33-4822-85ed-50fd192645c1" providerId="ADAL" clId="{921FD83F-E93C-4172-927C-39516FB4C889}" dt="2026-09-03T22:46:00.615" v="333" actId="114"/>
          <ac:spMkLst>
            <pc:docMk/>
            <pc:sldMk cId="0" sldId="268"/>
            <ac:spMk id="21" creationId="{00000000-0000-0000-0000-000000000000}"/>
          </ac:spMkLst>
        </pc:spChg>
        <pc:spChg chg="mod ord">
          <ac:chgData name="Mattéo TREMISI" userId="e344fc52-7e33-4822-85ed-50fd192645c1" providerId="ADAL" clId="{921FD83F-E93C-4172-927C-39516FB4C889}" dt="2026-09-03T22:59:42.031" v="819"/>
          <ac:spMkLst>
            <pc:docMk/>
            <pc:sldMk cId="0" sldId="268"/>
            <ac:spMk id="900" creationId="{00000000-0000-0000-0000-000000000000}"/>
          </ac:spMkLst>
        </pc:spChg>
      </pc:sldChg>
      <pc:sldChg chg="delSp modSp mod modNotesTx">
        <pc:chgData name="Mattéo TREMISI" userId="e344fc52-7e33-4822-85ed-50fd192645c1" providerId="ADAL" clId="{921FD83F-E93C-4172-927C-39516FB4C889}" dt="2026-09-03T22:59:42.038" v="820"/>
        <pc:sldMkLst>
          <pc:docMk/>
          <pc:sldMk cId="0" sldId="269"/>
        </pc:sldMkLst>
        <pc:spChg chg="mod">
          <ac:chgData name="Mattéo TREMISI" userId="e344fc52-7e33-4822-85ed-50fd192645c1" providerId="ADAL" clId="{921FD83F-E93C-4172-927C-39516FB4C889}" dt="2026-09-03T22:57:09.781" v="714" actId="20577"/>
          <ac:spMkLst>
            <pc:docMk/>
            <pc:sldMk cId="0" sldId="269"/>
            <ac:spMk id="6" creationId="{00000000-0000-0000-0000-000000000000}"/>
          </ac:spMkLst>
        </pc:spChg>
        <pc:spChg chg="mod ord">
          <ac:chgData name="Mattéo TREMISI" userId="e344fc52-7e33-4822-85ed-50fd192645c1" providerId="ADAL" clId="{921FD83F-E93C-4172-927C-39516FB4C889}" dt="2026-09-03T22:59:42.038" v="820"/>
          <ac:spMkLst>
            <pc:docMk/>
            <pc:sldMk cId="0" sldId="269"/>
            <ac:spMk id="900" creationId="{00000000-0000-0000-0000-000000000000}"/>
          </ac:spMkLst>
        </pc:spChg>
        <pc:graphicFrameChg chg="modGraphic">
          <ac:chgData name="Mattéo TREMISI" userId="e344fc52-7e33-4822-85ed-50fd192645c1" providerId="ADAL" clId="{921FD83F-E93C-4172-927C-39516FB4C889}" dt="2026-09-03T22:55:40.344" v="691" actId="20577"/>
          <ac:graphicFrameMkLst>
            <pc:docMk/>
            <pc:sldMk cId="0" sldId="269"/>
            <ac:graphicFrameMk id="11" creationId="{00000000-0000-0000-0000-000000000000}"/>
          </ac:graphicFrameMkLst>
        </pc:graphicFrameChg>
      </pc:sldChg>
      <pc:sldChg chg="modSp mod">
        <pc:chgData name="Mattéo TREMISI" userId="e344fc52-7e33-4822-85ed-50fd192645c1" providerId="ADAL" clId="{921FD83F-E93C-4172-927C-39516FB4C889}" dt="2026-09-03T23:01:37.175" v="892"/>
        <pc:sldMkLst>
          <pc:docMk/>
          <pc:sldMk cId="491136747" sldId="270"/>
        </pc:sldMkLst>
        <pc:spChg chg="mod ord">
          <ac:chgData name="Mattéo TREMISI" userId="e344fc52-7e33-4822-85ed-50fd192645c1" providerId="ADAL" clId="{921FD83F-E93C-4172-927C-39516FB4C889}" dt="2026-09-03T23:01:37.175" v="892"/>
          <ac:spMkLst>
            <pc:docMk/>
            <pc:sldMk cId="491136747" sldId="270"/>
            <ac:spMk id="900" creationId="{00000000-0000-0000-0000-000000000000}"/>
          </ac:spMkLst>
        </pc:spChg>
      </pc:sldChg>
      <pc:sldChg chg="delSp modSp mod">
        <pc:chgData name="Mattéo TREMISI" userId="e344fc52-7e33-4822-85ed-50fd192645c1" providerId="ADAL" clId="{921FD83F-E93C-4172-927C-39516FB4C889}" dt="2026-09-07T10:03:35.482" v="2391" actId="478"/>
        <pc:sldMkLst>
          <pc:docMk/>
          <pc:sldMk cId="0" sldId="271"/>
        </pc:sldMkLst>
        <pc:spChg chg="mod ord">
          <ac:chgData name="Mattéo TREMISI" userId="e344fc52-7e33-4822-85ed-50fd192645c1" providerId="ADAL" clId="{921FD83F-E93C-4172-927C-39516FB4C889}" dt="2026-09-03T22:59:42.049" v="822"/>
          <ac:spMkLst>
            <pc:docMk/>
            <pc:sldMk cId="0" sldId="271"/>
            <ac:spMk id="900" creationId="{00000000-0000-0000-0000-000000000000}"/>
          </ac:spMkLst>
        </pc:spChg>
        <pc:spChg chg="mod">
          <ac:chgData name="Mattéo TREMISI" userId="e344fc52-7e33-4822-85ed-50fd192645c1" providerId="ADAL" clId="{921FD83F-E93C-4172-927C-39516FB4C889}" dt="2026-09-07T10:03:02.947" v="2390" actId="6549"/>
          <ac:spMkLst>
            <pc:docMk/>
            <pc:sldMk cId="0" sldId="271"/>
            <ac:spMk id="937" creationId="{00000000-0000-0000-0000-000000000000}"/>
          </ac:spMkLst>
        </pc:spChg>
        <pc:spChg chg="mod">
          <ac:chgData name="Mattéo TREMISI" userId="e344fc52-7e33-4822-85ed-50fd192645c1" providerId="ADAL" clId="{921FD83F-E93C-4172-927C-39516FB4C889}" dt="2026-09-05T23:36:25.132" v="1172" actId="313"/>
          <ac:spMkLst>
            <pc:docMk/>
            <pc:sldMk cId="0" sldId="271"/>
            <ac:spMk id="938" creationId="{00000000-0000-0000-0000-000000000000}"/>
          </ac:spMkLst>
        </pc:spChg>
        <pc:spChg chg="del">
          <ac:chgData name="Mattéo TREMISI" userId="e344fc52-7e33-4822-85ed-50fd192645c1" providerId="ADAL" clId="{921FD83F-E93C-4172-927C-39516FB4C889}" dt="2026-09-07T10:03:35.482" v="2391" actId="478"/>
          <ac:spMkLst>
            <pc:docMk/>
            <pc:sldMk cId="0" sldId="271"/>
            <ac:spMk id="939" creationId="{00000000-0000-0000-0000-000000000000}"/>
          </ac:spMkLst>
        </pc:spChg>
        <pc:spChg chg="del">
          <ac:chgData name="Mattéo TREMISI" userId="e344fc52-7e33-4822-85ed-50fd192645c1" providerId="ADAL" clId="{921FD83F-E93C-4172-927C-39516FB4C889}" dt="2026-09-07T10:03:35.482" v="2391" actId="478"/>
          <ac:spMkLst>
            <pc:docMk/>
            <pc:sldMk cId="0" sldId="271"/>
            <ac:spMk id="940" creationId="{00000000-0000-0000-0000-000000000000}"/>
          </ac:spMkLst>
        </pc:spChg>
        <pc:spChg chg="del">
          <ac:chgData name="Mattéo TREMISI" userId="e344fc52-7e33-4822-85ed-50fd192645c1" providerId="ADAL" clId="{921FD83F-E93C-4172-927C-39516FB4C889}" dt="2026-09-07T10:03:35.482" v="2391" actId="478"/>
          <ac:spMkLst>
            <pc:docMk/>
            <pc:sldMk cId="0" sldId="271"/>
            <ac:spMk id="941" creationId="{00000000-0000-0000-0000-000000000000}"/>
          </ac:spMkLst>
        </pc:spChg>
        <pc:spChg chg="del">
          <ac:chgData name="Mattéo TREMISI" userId="e344fc52-7e33-4822-85ed-50fd192645c1" providerId="ADAL" clId="{921FD83F-E93C-4172-927C-39516FB4C889}" dt="2026-09-07T10:03:35.482" v="2391" actId="478"/>
          <ac:spMkLst>
            <pc:docMk/>
            <pc:sldMk cId="0" sldId="271"/>
            <ac:spMk id="942" creationId="{00000000-0000-0000-0000-000000000000}"/>
          </ac:spMkLst>
        </pc:spChg>
        <pc:spChg chg="del">
          <ac:chgData name="Mattéo TREMISI" userId="e344fc52-7e33-4822-85ed-50fd192645c1" providerId="ADAL" clId="{921FD83F-E93C-4172-927C-39516FB4C889}" dt="2026-09-07T10:03:35.482" v="2391" actId="478"/>
          <ac:spMkLst>
            <pc:docMk/>
            <pc:sldMk cId="0" sldId="271"/>
            <ac:spMk id="943" creationId="{00000000-0000-0000-0000-000000000000}"/>
          </ac:spMkLst>
        </pc:spChg>
      </pc:sldChg>
      <pc:sldChg chg="addSp delSp modSp mod">
        <pc:chgData name="Mattéo TREMISI" userId="e344fc52-7e33-4822-85ed-50fd192645c1" providerId="ADAL" clId="{921FD83F-E93C-4172-927C-39516FB4C889}" dt="2026-09-07T10:02:52.333" v="2382"/>
        <pc:sldMkLst>
          <pc:docMk/>
          <pc:sldMk cId="0" sldId="272"/>
        </pc:sldMkLst>
        <pc:spChg chg="mod">
          <ac:chgData name="Mattéo TREMISI" userId="e344fc52-7e33-4822-85ed-50fd192645c1" providerId="ADAL" clId="{921FD83F-E93C-4172-927C-39516FB4C889}" dt="2026-09-07T10:01:56.179" v="2379" actId="1076"/>
          <ac:spMkLst>
            <pc:docMk/>
            <pc:sldMk cId="0" sldId="272"/>
            <ac:spMk id="9" creationId="{00000000-0000-0000-0000-000000000000}"/>
          </ac:spMkLst>
        </pc:spChg>
        <pc:spChg chg="mod">
          <ac:chgData name="Mattéo TREMISI" userId="e344fc52-7e33-4822-85ed-50fd192645c1" providerId="ADAL" clId="{921FD83F-E93C-4172-927C-39516FB4C889}" dt="2026-09-07T10:01:56.179" v="2379" actId="1076"/>
          <ac:spMkLst>
            <pc:docMk/>
            <pc:sldMk cId="0" sldId="272"/>
            <ac:spMk id="10" creationId="{00000000-0000-0000-0000-000000000000}"/>
          </ac:spMkLst>
        </pc:spChg>
        <pc:spChg chg="mod">
          <ac:chgData name="Mattéo TREMISI" userId="e344fc52-7e33-4822-85ed-50fd192645c1" providerId="ADAL" clId="{921FD83F-E93C-4172-927C-39516FB4C889}" dt="2026-09-05T23:30:46.865" v="1122" actId="1076"/>
          <ac:spMkLst>
            <pc:docMk/>
            <pc:sldMk cId="0" sldId="272"/>
            <ac:spMk id="11" creationId="{00000000-0000-0000-0000-000000000000}"/>
          </ac:spMkLst>
        </pc:spChg>
        <pc:spChg chg="mod">
          <ac:chgData name="Mattéo TREMISI" userId="e344fc52-7e33-4822-85ed-50fd192645c1" providerId="ADAL" clId="{921FD83F-E93C-4172-927C-39516FB4C889}" dt="2026-09-07T10:01:56.179" v="2379" actId="1076"/>
          <ac:spMkLst>
            <pc:docMk/>
            <pc:sldMk cId="0" sldId="272"/>
            <ac:spMk id="13" creationId="{00000000-0000-0000-0000-000000000000}"/>
          </ac:spMkLst>
        </pc:spChg>
        <pc:spChg chg="mod">
          <ac:chgData name="Mattéo TREMISI" userId="e344fc52-7e33-4822-85ed-50fd192645c1" providerId="ADAL" clId="{921FD83F-E93C-4172-927C-39516FB4C889}" dt="2026-09-07T10:01:56.179" v="2379" actId="1076"/>
          <ac:spMkLst>
            <pc:docMk/>
            <pc:sldMk cId="0" sldId="272"/>
            <ac:spMk id="14" creationId="{00000000-0000-0000-0000-000000000000}"/>
          </ac:spMkLst>
        </pc:spChg>
        <pc:spChg chg="mod">
          <ac:chgData name="Mattéo TREMISI" userId="e344fc52-7e33-4822-85ed-50fd192645c1" providerId="ADAL" clId="{921FD83F-E93C-4172-927C-39516FB4C889}" dt="2026-09-07T10:01:56.179" v="2379" actId="1076"/>
          <ac:spMkLst>
            <pc:docMk/>
            <pc:sldMk cId="0" sldId="272"/>
            <ac:spMk id="17" creationId="{00000000-0000-0000-0000-000000000000}"/>
          </ac:spMkLst>
        </pc:spChg>
        <pc:spChg chg="mod">
          <ac:chgData name="Mattéo TREMISI" userId="e344fc52-7e33-4822-85ed-50fd192645c1" providerId="ADAL" clId="{921FD83F-E93C-4172-927C-39516FB4C889}" dt="2026-09-07T10:01:56.179" v="2379" actId="1076"/>
          <ac:spMkLst>
            <pc:docMk/>
            <pc:sldMk cId="0" sldId="272"/>
            <ac:spMk id="18" creationId="{00000000-0000-0000-0000-000000000000}"/>
          </ac:spMkLst>
        </pc:spChg>
        <pc:spChg chg="mod">
          <ac:chgData name="Mattéo TREMISI" userId="e344fc52-7e33-4822-85ed-50fd192645c1" providerId="ADAL" clId="{921FD83F-E93C-4172-927C-39516FB4C889}" dt="2026-09-07T10:01:45.584" v="2378" actId="1076"/>
          <ac:spMkLst>
            <pc:docMk/>
            <pc:sldMk cId="0" sldId="272"/>
            <ac:spMk id="21" creationId="{00000000-0000-0000-0000-000000000000}"/>
          </ac:spMkLst>
        </pc:spChg>
        <pc:spChg chg="mod">
          <ac:chgData name="Mattéo TREMISI" userId="e344fc52-7e33-4822-85ed-50fd192645c1" providerId="ADAL" clId="{921FD83F-E93C-4172-927C-39516FB4C889}" dt="2026-09-07T10:01:56.179" v="2379" actId="1076"/>
          <ac:spMkLst>
            <pc:docMk/>
            <pc:sldMk cId="0" sldId="272"/>
            <ac:spMk id="22" creationId="{00000000-0000-0000-0000-000000000000}"/>
          </ac:spMkLst>
        </pc:spChg>
        <pc:spChg chg="mod">
          <ac:chgData name="Mattéo TREMISI" userId="e344fc52-7e33-4822-85ed-50fd192645c1" providerId="ADAL" clId="{921FD83F-E93C-4172-927C-39516FB4C889}" dt="2026-09-07T10:01:56.179" v="2379" actId="1076"/>
          <ac:spMkLst>
            <pc:docMk/>
            <pc:sldMk cId="0" sldId="272"/>
            <ac:spMk id="25" creationId="{00000000-0000-0000-0000-000000000000}"/>
          </ac:spMkLst>
        </pc:spChg>
        <pc:spChg chg="mod">
          <ac:chgData name="Mattéo TREMISI" userId="e344fc52-7e33-4822-85ed-50fd192645c1" providerId="ADAL" clId="{921FD83F-E93C-4172-927C-39516FB4C889}" dt="2026-09-05T23:31:42.122" v="1129" actId="403"/>
          <ac:spMkLst>
            <pc:docMk/>
            <pc:sldMk cId="0" sldId="272"/>
            <ac:spMk id="26" creationId="{00000000-0000-0000-0000-000000000000}"/>
          </ac:spMkLst>
        </pc:spChg>
        <pc:spChg chg="mod">
          <ac:chgData name="Mattéo TREMISI" userId="e344fc52-7e33-4822-85ed-50fd192645c1" providerId="ADAL" clId="{921FD83F-E93C-4172-927C-39516FB4C889}" dt="2026-09-07T10:01:56.179" v="2379" actId="1076"/>
          <ac:spMkLst>
            <pc:docMk/>
            <pc:sldMk cId="0" sldId="272"/>
            <ac:spMk id="29" creationId="{00000000-0000-0000-0000-000000000000}"/>
          </ac:spMkLst>
        </pc:spChg>
        <pc:spChg chg="mod">
          <ac:chgData name="Mattéo TREMISI" userId="e344fc52-7e33-4822-85ed-50fd192645c1" providerId="ADAL" clId="{921FD83F-E93C-4172-927C-39516FB4C889}" dt="2026-09-07T10:01:56.179" v="2379" actId="1076"/>
          <ac:spMkLst>
            <pc:docMk/>
            <pc:sldMk cId="0" sldId="272"/>
            <ac:spMk id="30" creationId="{00000000-0000-0000-0000-000000000000}"/>
          </ac:spMkLst>
        </pc:spChg>
        <pc:spChg chg="mod">
          <ac:chgData name="Mattéo TREMISI" userId="e344fc52-7e33-4822-85ed-50fd192645c1" providerId="ADAL" clId="{921FD83F-E93C-4172-927C-39516FB4C889}" dt="2026-09-05T23:31:32.761" v="1128" actId="403"/>
          <ac:spMkLst>
            <pc:docMk/>
            <pc:sldMk cId="0" sldId="272"/>
            <ac:spMk id="34" creationId="{00000000-0000-0000-0000-000000000000}"/>
          </ac:spMkLst>
        </pc:spChg>
        <pc:spChg chg="mod">
          <ac:chgData name="Mattéo TREMISI" userId="e344fc52-7e33-4822-85ed-50fd192645c1" providerId="ADAL" clId="{921FD83F-E93C-4172-927C-39516FB4C889}" dt="2026-09-05T23:31:32.761" v="1128" actId="403"/>
          <ac:spMkLst>
            <pc:docMk/>
            <pc:sldMk cId="0" sldId="272"/>
            <ac:spMk id="36" creationId="{00000000-0000-0000-0000-000000000000}"/>
          </ac:spMkLst>
        </pc:spChg>
        <pc:spChg chg="mod">
          <ac:chgData name="Mattéo TREMISI" userId="e344fc52-7e33-4822-85ed-50fd192645c1" providerId="ADAL" clId="{921FD83F-E93C-4172-927C-39516FB4C889}" dt="2026-09-05T23:31:32.761" v="1128" actId="403"/>
          <ac:spMkLst>
            <pc:docMk/>
            <pc:sldMk cId="0" sldId="272"/>
            <ac:spMk id="38" creationId="{00000000-0000-0000-0000-000000000000}"/>
          </ac:spMkLst>
        </pc:spChg>
        <pc:spChg chg="add del mod">
          <ac:chgData name="Mattéo TREMISI" userId="e344fc52-7e33-4822-85ed-50fd192645c1" providerId="ADAL" clId="{921FD83F-E93C-4172-927C-39516FB4C889}" dt="2026-09-07T10:02:52.333" v="2382"/>
          <ac:spMkLst>
            <pc:docMk/>
            <pc:sldMk cId="0" sldId="272"/>
            <ac:spMk id="41" creationId="{C161ADDE-2DFD-9832-FE2F-1E7015F08BA7}"/>
          </ac:spMkLst>
        </pc:spChg>
        <pc:spChg chg="mod ord">
          <ac:chgData name="Mattéo TREMISI" userId="e344fc52-7e33-4822-85ed-50fd192645c1" providerId="ADAL" clId="{921FD83F-E93C-4172-927C-39516FB4C889}" dt="2026-09-03T22:59:42.055" v="823"/>
          <ac:spMkLst>
            <pc:docMk/>
            <pc:sldMk cId="0" sldId="272"/>
            <ac:spMk id="900" creationId="{00000000-0000-0000-0000-000000000000}"/>
          </ac:spMkLst>
        </pc:spChg>
      </pc:sldChg>
      <pc:sldChg chg="delSp modSp mod">
        <pc:chgData name="Mattéo TREMISI" userId="e344fc52-7e33-4822-85ed-50fd192645c1" providerId="ADAL" clId="{921FD83F-E93C-4172-927C-39516FB4C889}" dt="2026-09-06T09:04:29.294" v="1208" actId="478"/>
        <pc:sldMkLst>
          <pc:docMk/>
          <pc:sldMk cId="0" sldId="273"/>
        </pc:sldMkLst>
        <pc:spChg chg="del">
          <ac:chgData name="Mattéo TREMISI" userId="e344fc52-7e33-4822-85ed-50fd192645c1" providerId="ADAL" clId="{921FD83F-E93C-4172-927C-39516FB4C889}" dt="2026-09-06T09:04:29.294" v="1208" actId="478"/>
          <ac:spMkLst>
            <pc:docMk/>
            <pc:sldMk cId="0" sldId="273"/>
            <ac:spMk id="5" creationId="{00000000-0000-0000-0000-000000000000}"/>
          </ac:spMkLst>
        </pc:spChg>
        <pc:spChg chg="mod ord">
          <ac:chgData name="Mattéo TREMISI" userId="e344fc52-7e33-4822-85ed-50fd192645c1" providerId="ADAL" clId="{921FD83F-E93C-4172-927C-39516FB4C889}" dt="2026-09-03T23:01:37.183" v="893"/>
          <ac:spMkLst>
            <pc:docMk/>
            <pc:sldMk cId="0" sldId="273"/>
            <ac:spMk id="900" creationId="{00000000-0000-0000-0000-000000000000}"/>
          </ac:spMkLst>
        </pc:spChg>
      </pc:sldChg>
      <pc:sldChg chg="modSp mod">
        <pc:chgData name="Mattéo TREMISI" userId="e344fc52-7e33-4822-85ed-50fd192645c1" providerId="ADAL" clId="{921FD83F-E93C-4172-927C-39516FB4C889}" dt="2026-09-03T22:59:42.071" v="825"/>
        <pc:sldMkLst>
          <pc:docMk/>
          <pc:sldMk cId="0" sldId="274"/>
        </pc:sldMkLst>
        <pc:spChg chg="mod ord">
          <ac:chgData name="Mattéo TREMISI" userId="e344fc52-7e33-4822-85ed-50fd192645c1" providerId="ADAL" clId="{921FD83F-E93C-4172-927C-39516FB4C889}" dt="2026-09-03T22:59:42.071" v="825"/>
          <ac:spMkLst>
            <pc:docMk/>
            <pc:sldMk cId="0" sldId="274"/>
            <ac:spMk id="900" creationId="{00000000-0000-0000-0000-000000000000}"/>
          </ac:spMkLst>
        </pc:spChg>
      </pc:sldChg>
      <pc:sldChg chg="modSp mod">
        <pc:chgData name="Mattéo TREMISI" userId="e344fc52-7e33-4822-85ed-50fd192645c1" providerId="ADAL" clId="{921FD83F-E93C-4172-927C-39516FB4C889}" dt="2026-09-03T23:00:47.919" v="887" actId="14100"/>
        <pc:sldMkLst>
          <pc:docMk/>
          <pc:sldMk cId="0" sldId="275"/>
        </pc:sldMkLst>
        <pc:spChg chg="mod">
          <ac:chgData name="Mattéo TREMISI" userId="e344fc52-7e33-4822-85ed-50fd192645c1" providerId="ADAL" clId="{921FD83F-E93C-4172-927C-39516FB4C889}" dt="2026-09-03T23:00:47.919" v="887" actId="14100"/>
          <ac:spMkLst>
            <pc:docMk/>
            <pc:sldMk cId="0" sldId="275"/>
            <ac:spMk id="18" creationId="{C0CB03E1-D7D5-83A2-0D9F-2EE6818C0F43}"/>
          </ac:spMkLst>
        </pc:spChg>
        <pc:spChg chg="mod ord">
          <ac:chgData name="Mattéo TREMISI" userId="e344fc52-7e33-4822-85ed-50fd192645c1" providerId="ADAL" clId="{921FD83F-E93C-4172-927C-39516FB4C889}" dt="2026-09-03T22:59:42.077" v="826"/>
          <ac:spMkLst>
            <pc:docMk/>
            <pc:sldMk cId="0" sldId="275"/>
            <ac:spMk id="900" creationId="{00000000-0000-0000-0000-000000000000}"/>
          </ac:spMkLst>
        </pc:spChg>
        <pc:graphicFrameChg chg="modGraphic">
          <ac:chgData name="Mattéo TREMISI" userId="e344fc52-7e33-4822-85ed-50fd192645c1" providerId="ADAL" clId="{921FD83F-E93C-4172-927C-39516FB4C889}" dt="2026-09-03T22:59:33.525" v="807" actId="20577"/>
          <ac:graphicFrameMkLst>
            <pc:docMk/>
            <pc:sldMk cId="0" sldId="275"/>
            <ac:graphicFrameMk id="15" creationId="{00000000-0000-0000-0000-000000000000}"/>
          </ac:graphicFrameMkLst>
        </pc:graphicFrameChg>
      </pc:sldChg>
      <pc:sldChg chg="modSp mod">
        <pc:chgData name="Mattéo TREMISI" userId="e344fc52-7e33-4822-85ed-50fd192645c1" providerId="ADAL" clId="{921FD83F-E93C-4172-927C-39516FB4C889}" dt="2026-09-05T23:28:18.967" v="1092" actId="20577"/>
        <pc:sldMkLst>
          <pc:docMk/>
          <pc:sldMk cId="0" sldId="276"/>
        </pc:sldMkLst>
        <pc:spChg chg="mod">
          <ac:chgData name="Mattéo TREMISI" userId="e344fc52-7e33-4822-85ed-50fd192645c1" providerId="ADAL" clId="{921FD83F-E93C-4172-927C-39516FB4C889}" dt="2026-09-05T23:28:18.967" v="1092" actId="20577"/>
          <ac:spMkLst>
            <pc:docMk/>
            <pc:sldMk cId="0" sldId="276"/>
            <ac:spMk id="24" creationId="{00000000-0000-0000-0000-000000000000}"/>
          </ac:spMkLst>
        </pc:spChg>
        <pc:spChg chg="mod ord">
          <ac:chgData name="Mattéo TREMISI" userId="e344fc52-7e33-4822-85ed-50fd192645c1" providerId="ADAL" clId="{921FD83F-E93C-4172-927C-39516FB4C889}" dt="2026-09-03T22:59:42.089" v="827"/>
          <ac:spMkLst>
            <pc:docMk/>
            <pc:sldMk cId="0" sldId="276"/>
            <ac:spMk id="900" creationId="{00000000-0000-0000-0000-000000000000}"/>
          </ac:spMkLst>
        </pc:spChg>
      </pc:sldChg>
      <pc:sldChg chg="modSp mod">
        <pc:chgData name="Mattéo TREMISI" userId="e344fc52-7e33-4822-85ed-50fd192645c1" providerId="ADAL" clId="{921FD83F-E93C-4172-927C-39516FB4C889}" dt="2026-09-03T22:59:42.096" v="828"/>
        <pc:sldMkLst>
          <pc:docMk/>
          <pc:sldMk cId="0" sldId="277"/>
        </pc:sldMkLst>
        <pc:spChg chg="mod ord">
          <ac:chgData name="Mattéo TREMISI" userId="e344fc52-7e33-4822-85ed-50fd192645c1" providerId="ADAL" clId="{921FD83F-E93C-4172-927C-39516FB4C889}" dt="2026-09-03T22:59:42.096" v="828"/>
          <ac:spMkLst>
            <pc:docMk/>
            <pc:sldMk cId="0" sldId="277"/>
            <ac:spMk id="900" creationId="{00000000-0000-0000-0000-000000000000}"/>
          </ac:spMkLst>
        </pc:spChg>
      </pc:sldChg>
      <pc:sldChg chg="modSp mod">
        <pc:chgData name="Mattéo TREMISI" userId="e344fc52-7e33-4822-85ed-50fd192645c1" providerId="ADAL" clId="{921FD83F-E93C-4172-927C-39516FB4C889}" dt="2026-09-05T23:28:59.263" v="1119" actId="20577"/>
        <pc:sldMkLst>
          <pc:docMk/>
          <pc:sldMk cId="0" sldId="278"/>
        </pc:sldMkLst>
        <pc:spChg chg="mod">
          <ac:chgData name="Mattéo TREMISI" userId="e344fc52-7e33-4822-85ed-50fd192645c1" providerId="ADAL" clId="{921FD83F-E93C-4172-927C-39516FB4C889}" dt="2026-09-05T23:28:59.263" v="1119" actId="20577"/>
          <ac:spMkLst>
            <pc:docMk/>
            <pc:sldMk cId="0" sldId="278"/>
            <ac:spMk id="40" creationId="{00000000-0000-0000-0000-000000000000}"/>
          </ac:spMkLst>
        </pc:spChg>
        <pc:spChg chg="mod ord">
          <ac:chgData name="Mattéo TREMISI" userId="e344fc52-7e33-4822-85ed-50fd192645c1" providerId="ADAL" clId="{921FD83F-E93C-4172-927C-39516FB4C889}" dt="2026-09-03T22:59:42.101" v="829"/>
          <ac:spMkLst>
            <pc:docMk/>
            <pc:sldMk cId="0" sldId="278"/>
            <ac:spMk id="900" creationId="{00000000-0000-0000-0000-000000000000}"/>
          </ac:spMkLst>
        </pc:spChg>
      </pc:sldChg>
      <pc:sldChg chg="modSp mod">
        <pc:chgData name="Mattéo TREMISI" userId="e344fc52-7e33-4822-85ed-50fd192645c1" providerId="ADAL" clId="{921FD83F-E93C-4172-927C-39516FB4C889}" dt="2026-09-06T09:18:18.311" v="1267" actId="20577"/>
        <pc:sldMkLst>
          <pc:docMk/>
          <pc:sldMk cId="0" sldId="279"/>
        </pc:sldMkLst>
        <pc:spChg chg="mod ord">
          <ac:chgData name="Mattéo TREMISI" userId="e344fc52-7e33-4822-85ed-50fd192645c1" providerId="ADAL" clId="{921FD83F-E93C-4172-927C-39516FB4C889}" dt="2026-09-03T22:59:42.119" v="830"/>
          <ac:spMkLst>
            <pc:docMk/>
            <pc:sldMk cId="0" sldId="279"/>
            <ac:spMk id="900" creationId="{00000000-0000-0000-0000-000000000000}"/>
          </ac:spMkLst>
        </pc:spChg>
        <pc:graphicFrameChg chg="mod modGraphic">
          <ac:chgData name="Mattéo TREMISI" userId="e344fc52-7e33-4822-85ed-50fd192645c1" providerId="ADAL" clId="{921FD83F-E93C-4172-927C-39516FB4C889}" dt="2026-09-06T09:18:18.311" v="1267" actId="20577"/>
          <ac:graphicFrameMkLst>
            <pc:docMk/>
            <pc:sldMk cId="0" sldId="279"/>
            <ac:graphicFrameMk id="4" creationId="{00000000-0000-0000-0000-000000000000}"/>
          </ac:graphicFrameMkLst>
        </pc:graphicFrameChg>
      </pc:sldChg>
      <pc:sldChg chg="delSp modSp mod">
        <pc:chgData name="Mattéo TREMISI" userId="e344fc52-7e33-4822-85ed-50fd192645c1" providerId="ADAL" clId="{921FD83F-E93C-4172-927C-39516FB4C889}" dt="2026-09-06T09:04:31.900" v="1209" actId="478"/>
        <pc:sldMkLst>
          <pc:docMk/>
          <pc:sldMk cId="0" sldId="280"/>
        </pc:sldMkLst>
        <pc:spChg chg="del">
          <ac:chgData name="Mattéo TREMISI" userId="e344fc52-7e33-4822-85ed-50fd192645c1" providerId="ADAL" clId="{921FD83F-E93C-4172-927C-39516FB4C889}" dt="2026-09-06T09:04:31.900" v="1209" actId="478"/>
          <ac:spMkLst>
            <pc:docMk/>
            <pc:sldMk cId="0" sldId="280"/>
            <ac:spMk id="5" creationId="{00000000-0000-0000-0000-000000000000}"/>
          </ac:spMkLst>
        </pc:spChg>
        <pc:spChg chg="mod ord">
          <ac:chgData name="Mattéo TREMISI" userId="e344fc52-7e33-4822-85ed-50fd192645c1" providerId="ADAL" clId="{921FD83F-E93C-4172-927C-39516FB4C889}" dt="2026-09-03T23:01:37.194" v="894"/>
          <ac:spMkLst>
            <pc:docMk/>
            <pc:sldMk cId="0" sldId="280"/>
            <ac:spMk id="900" creationId="{00000000-0000-0000-0000-000000000000}"/>
          </ac:spMkLst>
        </pc:spChg>
      </pc:sldChg>
      <pc:sldChg chg="modSp mod">
        <pc:chgData name="Mattéo TREMISI" userId="e344fc52-7e33-4822-85ed-50fd192645c1" providerId="ADAL" clId="{921FD83F-E93C-4172-927C-39516FB4C889}" dt="2026-09-03T22:59:42.135" v="832"/>
        <pc:sldMkLst>
          <pc:docMk/>
          <pc:sldMk cId="0" sldId="281"/>
        </pc:sldMkLst>
        <pc:spChg chg="mod ord">
          <ac:chgData name="Mattéo TREMISI" userId="e344fc52-7e33-4822-85ed-50fd192645c1" providerId="ADAL" clId="{921FD83F-E93C-4172-927C-39516FB4C889}" dt="2026-09-03T22:59:42.135" v="832"/>
          <ac:spMkLst>
            <pc:docMk/>
            <pc:sldMk cId="0" sldId="281"/>
            <ac:spMk id="900" creationId="{00000000-0000-0000-0000-000000000000}"/>
          </ac:spMkLst>
        </pc:spChg>
      </pc:sldChg>
      <pc:sldChg chg="modSp mod">
        <pc:chgData name="Mattéo TREMISI" userId="e344fc52-7e33-4822-85ed-50fd192645c1" providerId="ADAL" clId="{921FD83F-E93C-4172-927C-39516FB4C889}" dt="2026-09-03T22:59:42.142" v="833"/>
        <pc:sldMkLst>
          <pc:docMk/>
          <pc:sldMk cId="0" sldId="282"/>
        </pc:sldMkLst>
        <pc:spChg chg="mod ord">
          <ac:chgData name="Mattéo TREMISI" userId="e344fc52-7e33-4822-85ed-50fd192645c1" providerId="ADAL" clId="{921FD83F-E93C-4172-927C-39516FB4C889}" dt="2026-09-03T22:59:42.142" v="833"/>
          <ac:spMkLst>
            <pc:docMk/>
            <pc:sldMk cId="0" sldId="282"/>
            <ac:spMk id="900" creationId="{00000000-0000-0000-0000-000000000000}"/>
          </ac:spMkLst>
        </pc:spChg>
      </pc:sldChg>
      <pc:sldChg chg="modSp mod">
        <pc:chgData name="Mattéo TREMISI" userId="e344fc52-7e33-4822-85ed-50fd192645c1" providerId="ADAL" clId="{921FD83F-E93C-4172-927C-39516FB4C889}" dt="2026-09-03T22:59:42.147" v="834"/>
        <pc:sldMkLst>
          <pc:docMk/>
          <pc:sldMk cId="0" sldId="283"/>
        </pc:sldMkLst>
        <pc:spChg chg="mod ord">
          <ac:chgData name="Mattéo TREMISI" userId="e344fc52-7e33-4822-85ed-50fd192645c1" providerId="ADAL" clId="{921FD83F-E93C-4172-927C-39516FB4C889}" dt="2026-09-03T22:59:42.147" v="834"/>
          <ac:spMkLst>
            <pc:docMk/>
            <pc:sldMk cId="0" sldId="283"/>
            <ac:spMk id="900" creationId="{00000000-0000-0000-0000-000000000000}"/>
          </ac:spMkLst>
        </pc:spChg>
      </pc:sldChg>
      <pc:sldChg chg="modSp mod">
        <pc:chgData name="Mattéo TREMISI" userId="e344fc52-7e33-4822-85ed-50fd192645c1" providerId="ADAL" clId="{921FD83F-E93C-4172-927C-39516FB4C889}" dt="2026-09-03T22:59:42.155" v="835"/>
        <pc:sldMkLst>
          <pc:docMk/>
          <pc:sldMk cId="0" sldId="284"/>
        </pc:sldMkLst>
        <pc:spChg chg="mod ord">
          <ac:chgData name="Mattéo TREMISI" userId="e344fc52-7e33-4822-85ed-50fd192645c1" providerId="ADAL" clId="{921FD83F-E93C-4172-927C-39516FB4C889}" dt="2026-09-03T22:59:42.155" v="835"/>
          <ac:spMkLst>
            <pc:docMk/>
            <pc:sldMk cId="0" sldId="284"/>
            <ac:spMk id="900" creationId="{00000000-0000-0000-0000-000000000000}"/>
          </ac:spMkLst>
        </pc:spChg>
      </pc:sldChg>
      <pc:sldChg chg="modSp mod">
        <pc:chgData name="Mattéo TREMISI" userId="e344fc52-7e33-4822-85ed-50fd192645c1" providerId="ADAL" clId="{921FD83F-E93C-4172-927C-39516FB4C889}" dt="2026-09-03T22:59:42.161" v="836"/>
        <pc:sldMkLst>
          <pc:docMk/>
          <pc:sldMk cId="0" sldId="285"/>
        </pc:sldMkLst>
        <pc:spChg chg="mod ord">
          <ac:chgData name="Mattéo TREMISI" userId="e344fc52-7e33-4822-85ed-50fd192645c1" providerId="ADAL" clId="{921FD83F-E93C-4172-927C-39516FB4C889}" dt="2026-09-03T22:59:42.161" v="836"/>
          <ac:spMkLst>
            <pc:docMk/>
            <pc:sldMk cId="0" sldId="285"/>
            <ac:spMk id="900" creationId="{00000000-0000-0000-0000-000000000000}"/>
          </ac:spMkLst>
        </pc:spChg>
      </pc:sldChg>
      <pc:sldChg chg="modSp mod">
        <pc:chgData name="Mattéo TREMISI" userId="e344fc52-7e33-4822-85ed-50fd192645c1" providerId="ADAL" clId="{921FD83F-E93C-4172-927C-39516FB4C889}" dt="2026-09-03T22:59:42.166" v="837"/>
        <pc:sldMkLst>
          <pc:docMk/>
          <pc:sldMk cId="0" sldId="286"/>
        </pc:sldMkLst>
        <pc:spChg chg="mod ord">
          <ac:chgData name="Mattéo TREMISI" userId="e344fc52-7e33-4822-85ed-50fd192645c1" providerId="ADAL" clId="{921FD83F-E93C-4172-927C-39516FB4C889}" dt="2026-09-03T22:59:42.166" v="837"/>
          <ac:spMkLst>
            <pc:docMk/>
            <pc:sldMk cId="0" sldId="286"/>
            <ac:spMk id="900" creationId="{00000000-0000-0000-0000-000000000000}"/>
          </ac:spMkLst>
        </pc:spChg>
      </pc:sldChg>
      <pc:sldChg chg="modSp mod">
        <pc:chgData name="Mattéo TREMISI" userId="e344fc52-7e33-4822-85ed-50fd192645c1" providerId="ADAL" clId="{921FD83F-E93C-4172-927C-39516FB4C889}" dt="2026-09-03T22:59:42.173" v="838"/>
        <pc:sldMkLst>
          <pc:docMk/>
          <pc:sldMk cId="0" sldId="287"/>
        </pc:sldMkLst>
        <pc:spChg chg="mod ord">
          <ac:chgData name="Mattéo TREMISI" userId="e344fc52-7e33-4822-85ed-50fd192645c1" providerId="ADAL" clId="{921FD83F-E93C-4172-927C-39516FB4C889}" dt="2026-09-03T22:59:42.173" v="838"/>
          <ac:spMkLst>
            <pc:docMk/>
            <pc:sldMk cId="0" sldId="287"/>
            <ac:spMk id="900" creationId="{00000000-0000-0000-0000-000000000000}"/>
          </ac:spMkLst>
        </pc:spChg>
      </pc:sldChg>
      <pc:sldChg chg="modSp mod">
        <pc:chgData name="Mattéo TREMISI" userId="e344fc52-7e33-4822-85ed-50fd192645c1" providerId="ADAL" clId="{921FD83F-E93C-4172-927C-39516FB4C889}" dt="2026-09-03T22:59:42.180" v="839"/>
        <pc:sldMkLst>
          <pc:docMk/>
          <pc:sldMk cId="0" sldId="288"/>
        </pc:sldMkLst>
        <pc:spChg chg="mod ord">
          <ac:chgData name="Mattéo TREMISI" userId="e344fc52-7e33-4822-85ed-50fd192645c1" providerId="ADAL" clId="{921FD83F-E93C-4172-927C-39516FB4C889}" dt="2026-09-03T22:59:42.180" v="839"/>
          <ac:spMkLst>
            <pc:docMk/>
            <pc:sldMk cId="0" sldId="288"/>
            <ac:spMk id="900" creationId="{00000000-0000-0000-0000-000000000000}"/>
          </ac:spMkLst>
        </pc:spChg>
      </pc:sldChg>
      <pc:sldChg chg="modSp mod">
        <pc:chgData name="Mattéo TREMISI" userId="e344fc52-7e33-4822-85ed-50fd192645c1" providerId="ADAL" clId="{921FD83F-E93C-4172-927C-39516FB4C889}" dt="2026-09-03T22:59:42.186" v="840"/>
        <pc:sldMkLst>
          <pc:docMk/>
          <pc:sldMk cId="0" sldId="289"/>
        </pc:sldMkLst>
        <pc:spChg chg="mod ord">
          <ac:chgData name="Mattéo TREMISI" userId="e344fc52-7e33-4822-85ed-50fd192645c1" providerId="ADAL" clId="{921FD83F-E93C-4172-927C-39516FB4C889}" dt="2026-09-03T22:59:42.186" v="840"/>
          <ac:spMkLst>
            <pc:docMk/>
            <pc:sldMk cId="0" sldId="289"/>
            <ac:spMk id="900" creationId="{00000000-0000-0000-0000-000000000000}"/>
          </ac:spMkLst>
        </pc:spChg>
      </pc:sldChg>
      <pc:sldChg chg="modSp mod">
        <pc:chgData name="Mattéo TREMISI" userId="e344fc52-7e33-4822-85ed-50fd192645c1" providerId="ADAL" clId="{921FD83F-E93C-4172-927C-39516FB4C889}" dt="2026-09-03T23:04:54.617" v="1055" actId="20577"/>
        <pc:sldMkLst>
          <pc:docMk/>
          <pc:sldMk cId="0" sldId="290"/>
        </pc:sldMkLst>
        <pc:spChg chg="mod ord">
          <ac:chgData name="Mattéo TREMISI" userId="e344fc52-7e33-4822-85ed-50fd192645c1" providerId="ADAL" clId="{921FD83F-E93C-4172-927C-39516FB4C889}" dt="2026-09-03T22:59:42.193" v="841"/>
          <ac:spMkLst>
            <pc:docMk/>
            <pc:sldMk cId="0" sldId="290"/>
            <ac:spMk id="900" creationId="{00000000-0000-0000-0000-000000000000}"/>
          </ac:spMkLst>
        </pc:spChg>
        <pc:spChg chg="mod">
          <ac:chgData name="Mattéo TREMISI" userId="e344fc52-7e33-4822-85ed-50fd192645c1" providerId="ADAL" clId="{921FD83F-E93C-4172-927C-39516FB4C889}" dt="2026-09-03T23:04:54.617" v="1055" actId="20577"/>
          <ac:spMkLst>
            <pc:docMk/>
            <pc:sldMk cId="0" sldId="290"/>
            <ac:spMk id="912" creationId="{00000000-0000-0000-0000-000000000000}"/>
          </ac:spMkLst>
        </pc:spChg>
      </pc:sldChg>
      <pc:sldChg chg="delSp modSp mod">
        <pc:chgData name="Mattéo TREMISI" userId="e344fc52-7e33-4822-85ed-50fd192645c1" providerId="ADAL" clId="{921FD83F-E93C-4172-927C-39516FB4C889}" dt="2026-09-06T09:04:35.869" v="1210" actId="478"/>
        <pc:sldMkLst>
          <pc:docMk/>
          <pc:sldMk cId="0" sldId="291"/>
        </pc:sldMkLst>
        <pc:spChg chg="del">
          <ac:chgData name="Mattéo TREMISI" userId="e344fc52-7e33-4822-85ed-50fd192645c1" providerId="ADAL" clId="{921FD83F-E93C-4172-927C-39516FB4C889}" dt="2026-09-06T09:04:35.869" v="1210" actId="478"/>
          <ac:spMkLst>
            <pc:docMk/>
            <pc:sldMk cId="0" sldId="291"/>
            <ac:spMk id="5" creationId="{00000000-0000-0000-0000-000000000000}"/>
          </ac:spMkLst>
        </pc:spChg>
        <pc:spChg chg="mod ord">
          <ac:chgData name="Mattéo TREMISI" userId="e344fc52-7e33-4822-85ed-50fd192645c1" providerId="ADAL" clId="{921FD83F-E93C-4172-927C-39516FB4C889}" dt="2026-09-03T23:01:37.208" v="895"/>
          <ac:spMkLst>
            <pc:docMk/>
            <pc:sldMk cId="0" sldId="291"/>
            <ac:spMk id="900" creationId="{00000000-0000-0000-0000-000000000000}"/>
          </ac:spMkLst>
        </pc:spChg>
      </pc:sldChg>
      <pc:sldChg chg="modSp mod">
        <pc:chgData name="Mattéo TREMISI" userId="e344fc52-7e33-4822-85ed-50fd192645c1" providerId="ADAL" clId="{921FD83F-E93C-4172-927C-39516FB4C889}" dt="2026-09-07T10:22:55.784" v="2404" actId="20577"/>
        <pc:sldMkLst>
          <pc:docMk/>
          <pc:sldMk cId="0" sldId="292"/>
        </pc:sldMkLst>
        <pc:spChg chg="mod">
          <ac:chgData name="Mattéo TREMISI" userId="e344fc52-7e33-4822-85ed-50fd192645c1" providerId="ADAL" clId="{921FD83F-E93C-4172-927C-39516FB4C889}" dt="2026-09-07T10:22:55.784" v="2404" actId="20577"/>
          <ac:spMkLst>
            <pc:docMk/>
            <pc:sldMk cId="0" sldId="292"/>
            <ac:spMk id="4" creationId="{00000000-0000-0000-0000-000000000000}"/>
          </ac:spMkLst>
        </pc:spChg>
        <pc:spChg chg="mod">
          <ac:chgData name="Mattéo TREMISI" userId="e344fc52-7e33-4822-85ed-50fd192645c1" providerId="ADAL" clId="{921FD83F-E93C-4172-927C-39516FB4C889}" dt="2026-09-07T10:14:09.358" v="2401" actId="1076"/>
          <ac:spMkLst>
            <pc:docMk/>
            <pc:sldMk cId="0" sldId="292"/>
            <ac:spMk id="5" creationId="{00000000-0000-0000-0000-000000000000}"/>
          </ac:spMkLst>
        </pc:spChg>
        <pc:spChg chg="mod">
          <ac:chgData name="Mattéo TREMISI" userId="e344fc52-7e33-4822-85ed-50fd192645c1" providerId="ADAL" clId="{921FD83F-E93C-4172-927C-39516FB4C889}" dt="2026-09-07T10:14:03.471" v="2399" actId="1076"/>
          <ac:spMkLst>
            <pc:docMk/>
            <pc:sldMk cId="0" sldId="292"/>
            <ac:spMk id="7" creationId="{00000000-0000-0000-0000-000000000000}"/>
          </ac:spMkLst>
        </pc:spChg>
        <pc:spChg chg="mod">
          <ac:chgData name="Mattéo TREMISI" userId="e344fc52-7e33-4822-85ed-50fd192645c1" providerId="ADAL" clId="{921FD83F-E93C-4172-927C-39516FB4C889}" dt="2026-09-07T10:14:13.340" v="2402" actId="1076"/>
          <ac:spMkLst>
            <pc:docMk/>
            <pc:sldMk cId="0" sldId="292"/>
            <ac:spMk id="8" creationId="{00000000-0000-0000-0000-000000000000}"/>
          </ac:spMkLst>
        </pc:spChg>
        <pc:spChg chg="mod">
          <ac:chgData name="Mattéo TREMISI" userId="e344fc52-7e33-4822-85ed-50fd192645c1" providerId="ADAL" clId="{921FD83F-E93C-4172-927C-39516FB4C889}" dt="2026-09-07T10:13:59.562" v="2398" actId="1076"/>
          <ac:spMkLst>
            <pc:docMk/>
            <pc:sldMk cId="0" sldId="292"/>
            <ac:spMk id="9" creationId="{00000000-0000-0000-0000-000000000000}"/>
          </ac:spMkLst>
        </pc:spChg>
        <pc:spChg chg="mod">
          <ac:chgData name="Mattéo TREMISI" userId="e344fc52-7e33-4822-85ed-50fd192645c1" providerId="ADAL" clId="{921FD83F-E93C-4172-927C-39516FB4C889}" dt="2026-09-07T10:14:03.471" v="2399" actId="1076"/>
          <ac:spMkLst>
            <pc:docMk/>
            <pc:sldMk cId="0" sldId="292"/>
            <ac:spMk id="11" creationId="{00000000-0000-0000-0000-000000000000}"/>
          </ac:spMkLst>
        </pc:spChg>
        <pc:spChg chg="mod">
          <ac:chgData name="Mattéo TREMISI" userId="e344fc52-7e33-4822-85ed-50fd192645c1" providerId="ADAL" clId="{921FD83F-E93C-4172-927C-39516FB4C889}" dt="2026-09-07T10:14:13.340" v="2402" actId="1076"/>
          <ac:spMkLst>
            <pc:docMk/>
            <pc:sldMk cId="0" sldId="292"/>
            <ac:spMk id="12" creationId="{00000000-0000-0000-0000-000000000000}"/>
          </ac:spMkLst>
        </pc:spChg>
        <pc:spChg chg="mod ord">
          <ac:chgData name="Mattéo TREMISI" userId="e344fc52-7e33-4822-85ed-50fd192645c1" providerId="ADAL" clId="{921FD83F-E93C-4172-927C-39516FB4C889}" dt="2026-09-03T23:01:37.221" v="896"/>
          <ac:spMkLst>
            <pc:docMk/>
            <pc:sldMk cId="0" sldId="292"/>
            <ac:spMk id="900" creationId="{00000000-0000-0000-0000-000000000000}"/>
          </ac:spMkLst>
        </pc:spChg>
      </pc:sldChg>
      <pc:sldChg chg="delSp modSp mod">
        <pc:chgData name="Mattéo TREMISI" userId="e344fc52-7e33-4822-85ed-50fd192645c1" providerId="ADAL" clId="{921FD83F-E93C-4172-927C-39516FB4C889}" dt="2026-09-06T09:24:27.924" v="1272" actId="478"/>
        <pc:sldMkLst>
          <pc:docMk/>
          <pc:sldMk cId="0" sldId="293"/>
        </pc:sldMkLst>
        <pc:spChg chg="mod">
          <ac:chgData name="Mattéo TREMISI" userId="e344fc52-7e33-4822-85ed-50fd192645c1" providerId="ADAL" clId="{921FD83F-E93C-4172-927C-39516FB4C889}" dt="2026-09-06T09:24:12.209" v="1268" actId="20577"/>
          <ac:spMkLst>
            <pc:docMk/>
            <pc:sldMk cId="0" sldId="293"/>
            <ac:spMk id="25" creationId="{00000000-0000-0000-0000-000000000000}"/>
          </ac:spMkLst>
        </pc:spChg>
        <pc:spChg chg="mod">
          <ac:chgData name="Mattéo TREMISI" userId="e344fc52-7e33-4822-85ed-50fd192645c1" providerId="ADAL" clId="{921FD83F-E93C-4172-927C-39516FB4C889}" dt="2026-09-06T09:24:19.390" v="1271" actId="20577"/>
          <ac:spMkLst>
            <pc:docMk/>
            <pc:sldMk cId="0" sldId="293"/>
            <ac:spMk id="28" creationId="{00000000-0000-0000-0000-000000000000}"/>
          </ac:spMkLst>
        </pc:spChg>
        <pc:spChg chg="del">
          <ac:chgData name="Mattéo TREMISI" userId="e344fc52-7e33-4822-85ed-50fd192645c1" providerId="ADAL" clId="{921FD83F-E93C-4172-927C-39516FB4C889}" dt="2026-09-06T09:24:27.924" v="1272" actId="478"/>
          <ac:spMkLst>
            <pc:docMk/>
            <pc:sldMk cId="0" sldId="293"/>
            <ac:spMk id="29" creationId="{00000000-0000-0000-0000-000000000000}"/>
          </ac:spMkLst>
        </pc:spChg>
        <pc:spChg chg="del">
          <ac:chgData name="Mattéo TREMISI" userId="e344fc52-7e33-4822-85ed-50fd192645c1" providerId="ADAL" clId="{921FD83F-E93C-4172-927C-39516FB4C889}" dt="2026-09-06T09:24:27.924" v="1272" actId="478"/>
          <ac:spMkLst>
            <pc:docMk/>
            <pc:sldMk cId="0" sldId="293"/>
            <ac:spMk id="30" creationId="{00000000-0000-0000-0000-000000000000}"/>
          </ac:spMkLst>
        </pc:spChg>
        <pc:spChg chg="mod ord">
          <ac:chgData name="Mattéo TREMISI" userId="e344fc52-7e33-4822-85ed-50fd192645c1" providerId="ADAL" clId="{921FD83F-E93C-4172-927C-39516FB4C889}" dt="2026-09-03T22:59:42.211" v="844"/>
          <ac:spMkLst>
            <pc:docMk/>
            <pc:sldMk cId="0" sldId="293"/>
            <ac:spMk id="900" creationId="{00000000-0000-0000-0000-000000000000}"/>
          </ac:spMkLst>
        </pc:spChg>
      </pc:sldChg>
      <pc:sldChg chg="modSp mod">
        <pc:chgData name="Mattéo TREMISI" userId="e344fc52-7e33-4822-85ed-50fd192645c1" providerId="ADAL" clId="{921FD83F-E93C-4172-927C-39516FB4C889}" dt="2026-09-03T22:59:42.232" v="845"/>
        <pc:sldMkLst>
          <pc:docMk/>
          <pc:sldMk cId="0" sldId="294"/>
        </pc:sldMkLst>
        <pc:spChg chg="mod ord">
          <ac:chgData name="Mattéo TREMISI" userId="e344fc52-7e33-4822-85ed-50fd192645c1" providerId="ADAL" clId="{921FD83F-E93C-4172-927C-39516FB4C889}" dt="2026-09-03T22:59:42.232" v="845"/>
          <ac:spMkLst>
            <pc:docMk/>
            <pc:sldMk cId="0" sldId="294"/>
            <ac:spMk id="900" creationId="{00000000-0000-0000-0000-000000000000}"/>
          </ac:spMkLst>
        </pc:spChg>
      </pc:sldChg>
      <pc:sldChg chg="modSp mod">
        <pc:chgData name="Mattéo TREMISI" userId="e344fc52-7e33-4822-85ed-50fd192645c1" providerId="ADAL" clId="{921FD83F-E93C-4172-927C-39516FB4C889}" dt="2026-09-03T22:59:42.239" v="846"/>
        <pc:sldMkLst>
          <pc:docMk/>
          <pc:sldMk cId="0" sldId="295"/>
        </pc:sldMkLst>
        <pc:spChg chg="mod ord">
          <ac:chgData name="Mattéo TREMISI" userId="e344fc52-7e33-4822-85ed-50fd192645c1" providerId="ADAL" clId="{921FD83F-E93C-4172-927C-39516FB4C889}" dt="2026-09-03T22:59:42.239" v="846"/>
          <ac:spMkLst>
            <pc:docMk/>
            <pc:sldMk cId="0" sldId="295"/>
            <ac:spMk id="900" creationId="{00000000-0000-0000-0000-000000000000}"/>
          </ac:spMkLst>
        </pc:spChg>
      </pc:sldChg>
      <pc:sldChg chg="modSp mod">
        <pc:chgData name="Mattéo TREMISI" userId="e344fc52-7e33-4822-85ed-50fd192645c1" providerId="ADAL" clId="{921FD83F-E93C-4172-927C-39516FB4C889}" dt="2026-09-06T09:25:44.225" v="1287" actId="20577"/>
        <pc:sldMkLst>
          <pc:docMk/>
          <pc:sldMk cId="0" sldId="296"/>
        </pc:sldMkLst>
        <pc:spChg chg="mod">
          <ac:chgData name="Mattéo TREMISI" userId="e344fc52-7e33-4822-85ed-50fd192645c1" providerId="ADAL" clId="{921FD83F-E93C-4172-927C-39516FB4C889}" dt="2026-09-06T09:25:44.225" v="1287" actId="20577"/>
          <ac:spMkLst>
            <pc:docMk/>
            <pc:sldMk cId="0" sldId="296"/>
            <ac:spMk id="78" creationId="{00000000-0000-0000-0000-000000000000}"/>
          </ac:spMkLst>
        </pc:spChg>
        <pc:spChg chg="mod ord">
          <ac:chgData name="Mattéo TREMISI" userId="e344fc52-7e33-4822-85ed-50fd192645c1" providerId="ADAL" clId="{921FD83F-E93C-4172-927C-39516FB4C889}" dt="2026-09-03T22:59:42.245" v="847"/>
          <ac:spMkLst>
            <pc:docMk/>
            <pc:sldMk cId="0" sldId="296"/>
            <ac:spMk id="900" creationId="{00000000-0000-0000-0000-000000000000}"/>
          </ac:spMkLst>
        </pc:spChg>
      </pc:sldChg>
      <pc:sldChg chg="modSp mod">
        <pc:chgData name="Mattéo TREMISI" userId="e344fc52-7e33-4822-85ed-50fd192645c1" providerId="ADAL" clId="{921FD83F-E93C-4172-927C-39516FB4C889}" dt="2026-09-03T23:01:37.234" v="897"/>
        <pc:sldMkLst>
          <pc:docMk/>
          <pc:sldMk cId="0" sldId="297"/>
        </pc:sldMkLst>
        <pc:spChg chg="mod ord">
          <ac:chgData name="Mattéo TREMISI" userId="e344fc52-7e33-4822-85ed-50fd192645c1" providerId="ADAL" clId="{921FD83F-E93C-4172-927C-39516FB4C889}" dt="2026-09-03T23:01:37.234" v="897"/>
          <ac:spMkLst>
            <pc:docMk/>
            <pc:sldMk cId="0" sldId="297"/>
            <ac:spMk id="900" creationId="{00000000-0000-0000-0000-000000000000}"/>
          </ac:spMkLst>
        </pc:spChg>
      </pc:sldChg>
      <pc:sldChg chg="delSp modSp mod">
        <pc:chgData name="Mattéo TREMISI" userId="e344fc52-7e33-4822-85ed-50fd192645c1" providerId="ADAL" clId="{921FD83F-E93C-4172-927C-39516FB4C889}" dt="2026-09-06T09:28:14.434" v="1288" actId="478"/>
        <pc:sldMkLst>
          <pc:docMk/>
          <pc:sldMk cId="0" sldId="298"/>
        </pc:sldMkLst>
        <pc:spChg chg="del">
          <ac:chgData name="Mattéo TREMISI" userId="e344fc52-7e33-4822-85ed-50fd192645c1" providerId="ADAL" clId="{921FD83F-E93C-4172-927C-39516FB4C889}" dt="2026-09-06T09:28:14.434" v="1288" actId="478"/>
          <ac:spMkLst>
            <pc:docMk/>
            <pc:sldMk cId="0" sldId="298"/>
            <ac:spMk id="19" creationId="{00000000-0000-0000-0000-000000000000}"/>
          </ac:spMkLst>
        </pc:spChg>
        <pc:spChg chg="del">
          <ac:chgData name="Mattéo TREMISI" userId="e344fc52-7e33-4822-85ed-50fd192645c1" providerId="ADAL" clId="{921FD83F-E93C-4172-927C-39516FB4C889}" dt="2026-09-06T09:28:14.434" v="1288" actId="478"/>
          <ac:spMkLst>
            <pc:docMk/>
            <pc:sldMk cId="0" sldId="298"/>
            <ac:spMk id="20" creationId="{00000000-0000-0000-0000-000000000000}"/>
          </ac:spMkLst>
        </pc:spChg>
        <pc:spChg chg="mod ord">
          <ac:chgData name="Mattéo TREMISI" userId="e344fc52-7e33-4822-85ed-50fd192645c1" providerId="ADAL" clId="{921FD83F-E93C-4172-927C-39516FB4C889}" dt="2026-09-03T22:59:42.259" v="849"/>
          <ac:spMkLst>
            <pc:docMk/>
            <pc:sldMk cId="0" sldId="298"/>
            <ac:spMk id="900" creationId="{00000000-0000-0000-0000-000000000000}"/>
          </ac:spMkLst>
        </pc:spChg>
      </pc:sldChg>
      <pc:sldChg chg="delSp modSp mod">
        <pc:chgData name="Mattéo TREMISI" userId="e344fc52-7e33-4822-85ed-50fd192645c1" providerId="ADAL" clId="{921FD83F-E93C-4172-927C-39516FB4C889}" dt="2026-09-06T09:46:50.232" v="1289" actId="478"/>
        <pc:sldMkLst>
          <pc:docMk/>
          <pc:sldMk cId="0" sldId="299"/>
        </pc:sldMkLst>
        <pc:spChg chg="del">
          <ac:chgData name="Mattéo TREMISI" userId="e344fc52-7e33-4822-85ed-50fd192645c1" providerId="ADAL" clId="{921FD83F-E93C-4172-927C-39516FB4C889}" dt="2026-09-06T09:46:50.232" v="1289" actId="478"/>
          <ac:spMkLst>
            <pc:docMk/>
            <pc:sldMk cId="0" sldId="299"/>
            <ac:spMk id="21" creationId="{00000000-0000-0000-0000-000000000000}"/>
          </ac:spMkLst>
        </pc:spChg>
        <pc:spChg chg="mod ord">
          <ac:chgData name="Mattéo TREMISI" userId="e344fc52-7e33-4822-85ed-50fd192645c1" providerId="ADAL" clId="{921FD83F-E93C-4172-927C-39516FB4C889}" dt="2026-09-03T22:59:42.266" v="850"/>
          <ac:spMkLst>
            <pc:docMk/>
            <pc:sldMk cId="0" sldId="299"/>
            <ac:spMk id="900" creationId="{00000000-0000-0000-0000-000000000000}"/>
          </ac:spMkLst>
        </pc:spChg>
      </pc:sldChg>
      <pc:sldChg chg="delSp modSp mod">
        <pc:chgData name="Mattéo TREMISI" userId="e344fc52-7e33-4822-85ed-50fd192645c1" providerId="ADAL" clId="{921FD83F-E93C-4172-927C-39516FB4C889}" dt="2026-09-06T09:50:55.994" v="1290" actId="478"/>
        <pc:sldMkLst>
          <pc:docMk/>
          <pc:sldMk cId="0" sldId="300"/>
        </pc:sldMkLst>
        <pc:spChg chg="del mod">
          <ac:chgData name="Mattéo TREMISI" userId="e344fc52-7e33-4822-85ed-50fd192645c1" providerId="ADAL" clId="{921FD83F-E93C-4172-927C-39516FB4C889}" dt="2026-09-06T09:04:39.764" v="1212" actId="478"/>
          <ac:spMkLst>
            <pc:docMk/>
            <pc:sldMk cId="0" sldId="300"/>
            <ac:spMk id="5" creationId="{00000000-0000-0000-0000-000000000000}"/>
          </ac:spMkLst>
        </pc:spChg>
        <pc:spChg chg="mod ord">
          <ac:chgData name="Mattéo TREMISI" userId="e344fc52-7e33-4822-85ed-50fd192645c1" providerId="ADAL" clId="{921FD83F-E93C-4172-927C-39516FB4C889}" dt="2026-09-03T23:01:37.247" v="898"/>
          <ac:spMkLst>
            <pc:docMk/>
            <pc:sldMk cId="0" sldId="300"/>
            <ac:spMk id="900" creationId="{00000000-0000-0000-0000-000000000000}"/>
          </ac:spMkLst>
        </pc:spChg>
        <pc:spChg chg="del">
          <ac:chgData name="Mattéo TREMISI" userId="e344fc52-7e33-4822-85ed-50fd192645c1" providerId="ADAL" clId="{921FD83F-E93C-4172-927C-39516FB4C889}" dt="2026-09-06T09:50:55.994" v="1290" actId="478"/>
          <ac:spMkLst>
            <pc:docMk/>
            <pc:sldMk cId="0" sldId="300"/>
            <ac:spMk id="954" creationId="{00000000-0000-0000-0000-000000000000}"/>
          </ac:spMkLst>
        </pc:spChg>
      </pc:sldChg>
      <pc:sldChg chg="modSp mod">
        <pc:chgData name="Mattéo TREMISI" userId="e344fc52-7e33-4822-85ed-50fd192645c1" providerId="ADAL" clId="{921FD83F-E93C-4172-927C-39516FB4C889}" dt="2026-09-03T22:59:42.279" v="852"/>
        <pc:sldMkLst>
          <pc:docMk/>
          <pc:sldMk cId="0" sldId="301"/>
        </pc:sldMkLst>
        <pc:spChg chg="mod ord">
          <ac:chgData name="Mattéo TREMISI" userId="e344fc52-7e33-4822-85ed-50fd192645c1" providerId="ADAL" clId="{921FD83F-E93C-4172-927C-39516FB4C889}" dt="2026-09-03T22:59:42.279" v="852"/>
          <ac:spMkLst>
            <pc:docMk/>
            <pc:sldMk cId="0" sldId="301"/>
            <ac:spMk id="900" creationId="{00000000-0000-0000-0000-000000000000}"/>
          </ac:spMkLst>
        </pc:spChg>
      </pc:sldChg>
      <pc:sldChg chg="delSp modSp mod">
        <pc:chgData name="Mattéo TREMISI" userId="e344fc52-7e33-4822-85ed-50fd192645c1" providerId="ADAL" clId="{921FD83F-E93C-4172-927C-39516FB4C889}" dt="2026-09-06T10:01:37.683" v="1307" actId="478"/>
        <pc:sldMkLst>
          <pc:docMk/>
          <pc:sldMk cId="0" sldId="302"/>
        </pc:sldMkLst>
        <pc:spChg chg="del">
          <ac:chgData name="Mattéo TREMISI" userId="e344fc52-7e33-4822-85ed-50fd192645c1" providerId="ADAL" clId="{921FD83F-E93C-4172-927C-39516FB4C889}" dt="2026-09-06T10:01:34.388" v="1305" actId="478"/>
          <ac:spMkLst>
            <pc:docMk/>
            <pc:sldMk cId="0" sldId="302"/>
            <ac:spMk id="22" creationId="{00000000-0000-0000-0000-000000000000}"/>
          </ac:spMkLst>
        </pc:spChg>
        <pc:spChg chg="del">
          <ac:chgData name="Mattéo TREMISI" userId="e344fc52-7e33-4822-85ed-50fd192645c1" providerId="ADAL" clId="{921FD83F-E93C-4172-927C-39516FB4C889}" dt="2026-09-06T10:01:34.388" v="1305" actId="478"/>
          <ac:spMkLst>
            <pc:docMk/>
            <pc:sldMk cId="0" sldId="302"/>
            <ac:spMk id="23" creationId="{00000000-0000-0000-0000-000000000000}"/>
          </ac:spMkLst>
        </pc:spChg>
        <pc:spChg chg="del">
          <ac:chgData name="Mattéo TREMISI" userId="e344fc52-7e33-4822-85ed-50fd192645c1" providerId="ADAL" clId="{921FD83F-E93C-4172-927C-39516FB4C889}" dt="2026-09-06T10:01:34.388" v="1305" actId="478"/>
          <ac:spMkLst>
            <pc:docMk/>
            <pc:sldMk cId="0" sldId="302"/>
            <ac:spMk id="24" creationId="{00000000-0000-0000-0000-000000000000}"/>
          </ac:spMkLst>
        </pc:spChg>
        <pc:spChg chg="del">
          <ac:chgData name="Mattéo TREMISI" userId="e344fc52-7e33-4822-85ed-50fd192645c1" providerId="ADAL" clId="{921FD83F-E93C-4172-927C-39516FB4C889}" dt="2026-09-06T10:01:37.683" v="1307" actId="478"/>
          <ac:spMkLst>
            <pc:docMk/>
            <pc:sldMk cId="0" sldId="302"/>
            <ac:spMk id="25" creationId="{00000000-0000-0000-0000-000000000000}"/>
          </ac:spMkLst>
        </pc:spChg>
        <pc:spChg chg="del">
          <ac:chgData name="Mattéo TREMISI" userId="e344fc52-7e33-4822-85ed-50fd192645c1" providerId="ADAL" clId="{921FD83F-E93C-4172-927C-39516FB4C889}" dt="2026-09-06T10:01:35.774" v="1306" actId="478"/>
          <ac:spMkLst>
            <pc:docMk/>
            <pc:sldMk cId="0" sldId="302"/>
            <ac:spMk id="26" creationId="{00000000-0000-0000-0000-000000000000}"/>
          </ac:spMkLst>
        </pc:spChg>
        <pc:spChg chg="mod ord">
          <ac:chgData name="Mattéo TREMISI" userId="e344fc52-7e33-4822-85ed-50fd192645c1" providerId="ADAL" clId="{921FD83F-E93C-4172-927C-39516FB4C889}" dt="2026-09-03T22:59:42.285" v="853"/>
          <ac:spMkLst>
            <pc:docMk/>
            <pc:sldMk cId="0" sldId="302"/>
            <ac:spMk id="900" creationId="{00000000-0000-0000-0000-000000000000}"/>
          </ac:spMkLst>
        </pc:spChg>
      </pc:sldChg>
      <pc:sldChg chg="delSp modSp mod">
        <pc:chgData name="Mattéo TREMISI" userId="e344fc52-7e33-4822-85ed-50fd192645c1" providerId="ADAL" clId="{921FD83F-E93C-4172-927C-39516FB4C889}" dt="2026-09-06T09:04:41.764" v="1213" actId="478"/>
        <pc:sldMkLst>
          <pc:docMk/>
          <pc:sldMk cId="0" sldId="303"/>
        </pc:sldMkLst>
        <pc:spChg chg="del">
          <ac:chgData name="Mattéo TREMISI" userId="e344fc52-7e33-4822-85ed-50fd192645c1" providerId="ADAL" clId="{921FD83F-E93C-4172-927C-39516FB4C889}" dt="2026-09-06T09:04:41.764" v="1213" actId="478"/>
          <ac:spMkLst>
            <pc:docMk/>
            <pc:sldMk cId="0" sldId="303"/>
            <ac:spMk id="5" creationId="{00000000-0000-0000-0000-000000000000}"/>
          </ac:spMkLst>
        </pc:spChg>
        <pc:spChg chg="mod ord">
          <ac:chgData name="Mattéo TREMISI" userId="e344fc52-7e33-4822-85ed-50fd192645c1" providerId="ADAL" clId="{921FD83F-E93C-4172-927C-39516FB4C889}" dt="2026-09-03T23:01:37.259" v="899"/>
          <ac:spMkLst>
            <pc:docMk/>
            <pc:sldMk cId="0" sldId="303"/>
            <ac:spMk id="900" creationId="{00000000-0000-0000-0000-000000000000}"/>
          </ac:spMkLst>
        </pc:spChg>
      </pc:sldChg>
      <pc:sldChg chg="modSp mod">
        <pc:chgData name="Mattéo TREMISI" userId="e344fc52-7e33-4822-85ed-50fd192645c1" providerId="ADAL" clId="{921FD83F-E93C-4172-927C-39516FB4C889}" dt="2026-09-03T22:59:42.296" v="855"/>
        <pc:sldMkLst>
          <pc:docMk/>
          <pc:sldMk cId="0" sldId="304"/>
        </pc:sldMkLst>
        <pc:spChg chg="mod ord">
          <ac:chgData name="Mattéo TREMISI" userId="e344fc52-7e33-4822-85ed-50fd192645c1" providerId="ADAL" clId="{921FD83F-E93C-4172-927C-39516FB4C889}" dt="2026-09-03T22:59:42.296" v="855"/>
          <ac:spMkLst>
            <pc:docMk/>
            <pc:sldMk cId="0" sldId="304"/>
            <ac:spMk id="900" creationId="{00000000-0000-0000-0000-000000000000}"/>
          </ac:spMkLst>
        </pc:spChg>
      </pc:sldChg>
      <pc:sldChg chg="modSp mod modNotesTx">
        <pc:chgData name="Mattéo TREMISI" userId="e344fc52-7e33-4822-85ed-50fd192645c1" providerId="ADAL" clId="{921FD83F-E93C-4172-927C-39516FB4C889}" dt="2026-09-06T10:10:36.392" v="1312" actId="20577"/>
        <pc:sldMkLst>
          <pc:docMk/>
          <pc:sldMk cId="0" sldId="305"/>
        </pc:sldMkLst>
        <pc:spChg chg="mod">
          <ac:chgData name="Mattéo TREMISI" userId="e344fc52-7e33-4822-85ed-50fd192645c1" providerId="ADAL" clId="{921FD83F-E93C-4172-927C-39516FB4C889}" dt="2026-09-06T10:00:40.681" v="1304" actId="20577"/>
          <ac:spMkLst>
            <pc:docMk/>
            <pc:sldMk cId="0" sldId="305"/>
            <ac:spMk id="3" creationId="{00000000-0000-0000-0000-000000000000}"/>
          </ac:spMkLst>
        </pc:spChg>
        <pc:spChg chg="mod ord">
          <ac:chgData name="Mattéo TREMISI" userId="e344fc52-7e33-4822-85ed-50fd192645c1" providerId="ADAL" clId="{921FD83F-E93C-4172-927C-39516FB4C889}" dt="2026-09-03T23:01:37.274" v="900"/>
          <ac:spMkLst>
            <pc:docMk/>
            <pc:sldMk cId="0" sldId="305"/>
            <ac:spMk id="900" creationId="{00000000-0000-0000-0000-000000000000}"/>
          </ac:spMkLst>
        </pc:spChg>
      </pc:sldChg>
      <pc:sldChg chg="modSp mod">
        <pc:chgData name="Mattéo TREMISI" userId="e344fc52-7e33-4822-85ed-50fd192645c1" providerId="ADAL" clId="{921FD83F-E93C-4172-927C-39516FB4C889}" dt="2026-09-03T22:59:42.311" v="857"/>
        <pc:sldMkLst>
          <pc:docMk/>
          <pc:sldMk cId="0" sldId="306"/>
        </pc:sldMkLst>
        <pc:spChg chg="mod ord">
          <ac:chgData name="Mattéo TREMISI" userId="e344fc52-7e33-4822-85ed-50fd192645c1" providerId="ADAL" clId="{921FD83F-E93C-4172-927C-39516FB4C889}" dt="2026-09-03T22:59:42.311" v="857"/>
          <ac:spMkLst>
            <pc:docMk/>
            <pc:sldMk cId="0" sldId="306"/>
            <ac:spMk id="900" creationId="{00000000-0000-0000-0000-000000000000}"/>
          </ac:spMkLst>
        </pc:spChg>
      </pc:sldChg>
      <pc:sldChg chg="addSp modSp mod">
        <pc:chgData name="Mattéo TREMISI" userId="e344fc52-7e33-4822-85ed-50fd192645c1" providerId="ADAL" clId="{921FD83F-E93C-4172-927C-39516FB4C889}" dt="2026-09-06T10:11:21.145" v="1427" actId="1037"/>
        <pc:sldMkLst>
          <pc:docMk/>
          <pc:sldMk cId="0" sldId="307"/>
        </pc:sldMkLst>
        <pc:spChg chg="mod">
          <ac:chgData name="Mattéo TREMISI" userId="e344fc52-7e33-4822-85ed-50fd192645c1" providerId="ADAL" clId="{921FD83F-E93C-4172-927C-39516FB4C889}" dt="2026-09-06T10:11:12.905" v="1383" actId="1076"/>
          <ac:spMkLst>
            <pc:docMk/>
            <pc:sldMk cId="0" sldId="307"/>
            <ac:spMk id="3" creationId="{00000000-0000-0000-0000-000000000000}"/>
          </ac:spMkLst>
        </pc:spChg>
        <pc:spChg chg="mod">
          <ac:chgData name="Mattéo TREMISI" userId="e344fc52-7e33-4822-85ed-50fd192645c1" providerId="ADAL" clId="{921FD83F-E93C-4172-927C-39516FB4C889}" dt="2026-09-06T10:11:09.728" v="1381" actId="1038"/>
          <ac:spMkLst>
            <pc:docMk/>
            <pc:sldMk cId="0" sldId="307"/>
            <ac:spMk id="4" creationId="{00000000-0000-0000-0000-000000000000}"/>
          </ac:spMkLst>
        </pc:spChg>
        <pc:spChg chg="mod">
          <ac:chgData name="Mattéo TREMISI" userId="e344fc52-7e33-4822-85ed-50fd192645c1" providerId="ADAL" clId="{921FD83F-E93C-4172-927C-39516FB4C889}" dt="2026-09-06T10:11:09.728" v="1381" actId="1038"/>
          <ac:spMkLst>
            <pc:docMk/>
            <pc:sldMk cId="0" sldId="307"/>
            <ac:spMk id="5" creationId="{00000000-0000-0000-0000-000000000000}"/>
          </ac:spMkLst>
        </pc:spChg>
        <pc:spChg chg="mod">
          <ac:chgData name="Mattéo TREMISI" userId="e344fc52-7e33-4822-85ed-50fd192645c1" providerId="ADAL" clId="{921FD83F-E93C-4172-927C-39516FB4C889}" dt="2026-09-06T10:11:09.728" v="1381" actId="1038"/>
          <ac:spMkLst>
            <pc:docMk/>
            <pc:sldMk cId="0" sldId="307"/>
            <ac:spMk id="6" creationId="{00000000-0000-0000-0000-000000000000}"/>
          </ac:spMkLst>
        </pc:spChg>
        <pc:spChg chg="mod">
          <ac:chgData name="Mattéo TREMISI" userId="e344fc52-7e33-4822-85ed-50fd192645c1" providerId="ADAL" clId="{921FD83F-E93C-4172-927C-39516FB4C889}" dt="2026-09-06T10:11:09.728" v="1381" actId="1038"/>
          <ac:spMkLst>
            <pc:docMk/>
            <pc:sldMk cId="0" sldId="307"/>
            <ac:spMk id="7" creationId="{00000000-0000-0000-0000-000000000000}"/>
          </ac:spMkLst>
        </pc:spChg>
        <pc:spChg chg="mod">
          <ac:chgData name="Mattéo TREMISI" userId="e344fc52-7e33-4822-85ed-50fd192645c1" providerId="ADAL" clId="{921FD83F-E93C-4172-927C-39516FB4C889}" dt="2026-09-06T10:11:09.728" v="1381" actId="1038"/>
          <ac:spMkLst>
            <pc:docMk/>
            <pc:sldMk cId="0" sldId="307"/>
            <ac:spMk id="8" creationId="{00000000-0000-0000-0000-000000000000}"/>
          </ac:spMkLst>
        </pc:spChg>
        <pc:spChg chg="mod">
          <ac:chgData name="Mattéo TREMISI" userId="e344fc52-7e33-4822-85ed-50fd192645c1" providerId="ADAL" clId="{921FD83F-E93C-4172-927C-39516FB4C889}" dt="2026-09-06T10:11:09.728" v="1381" actId="1038"/>
          <ac:spMkLst>
            <pc:docMk/>
            <pc:sldMk cId="0" sldId="307"/>
            <ac:spMk id="9" creationId="{00000000-0000-0000-0000-000000000000}"/>
          </ac:spMkLst>
        </pc:spChg>
        <pc:spChg chg="mod ord">
          <ac:chgData name="Mattéo TREMISI" userId="e344fc52-7e33-4822-85ed-50fd192645c1" providerId="ADAL" clId="{921FD83F-E93C-4172-927C-39516FB4C889}" dt="2026-09-03T22:59:42.317" v="858"/>
          <ac:spMkLst>
            <pc:docMk/>
            <pc:sldMk cId="0" sldId="307"/>
            <ac:spMk id="900" creationId="{00000000-0000-0000-0000-000000000000}"/>
          </ac:spMkLst>
        </pc:spChg>
        <pc:spChg chg="mod">
          <ac:chgData name="Mattéo TREMISI" userId="e344fc52-7e33-4822-85ed-50fd192645c1" providerId="ADAL" clId="{921FD83F-E93C-4172-927C-39516FB4C889}" dt="2026-09-06T10:11:21.145" v="1427" actId="1037"/>
          <ac:spMkLst>
            <pc:docMk/>
            <pc:sldMk cId="0" sldId="307"/>
            <ac:spMk id="901" creationId="{00000000-0000-0000-0000-000000000000}"/>
          </ac:spMkLst>
        </pc:spChg>
        <pc:spChg chg="mod">
          <ac:chgData name="Mattéo TREMISI" userId="e344fc52-7e33-4822-85ed-50fd192645c1" providerId="ADAL" clId="{921FD83F-E93C-4172-927C-39516FB4C889}" dt="2026-09-06T10:11:21.145" v="1427" actId="1037"/>
          <ac:spMkLst>
            <pc:docMk/>
            <pc:sldMk cId="0" sldId="307"/>
            <ac:spMk id="902" creationId="{00000000-0000-0000-0000-000000000000}"/>
          </ac:spMkLst>
        </pc:spChg>
        <pc:spChg chg="mod">
          <ac:chgData name="Mattéo TREMISI" userId="e344fc52-7e33-4822-85ed-50fd192645c1" providerId="ADAL" clId="{921FD83F-E93C-4172-927C-39516FB4C889}" dt="2026-09-06T10:11:21.145" v="1427" actId="1037"/>
          <ac:spMkLst>
            <pc:docMk/>
            <pc:sldMk cId="0" sldId="307"/>
            <ac:spMk id="903" creationId="{00000000-0000-0000-0000-000000000000}"/>
          </ac:spMkLst>
        </pc:spChg>
        <pc:spChg chg="mod">
          <ac:chgData name="Mattéo TREMISI" userId="e344fc52-7e33-4822-85ed-50fd192645c1" providerId="ADAL" clId="{921FD83F-E93C-4172-927C-39516FB4C889}" dt="2026-09-06T10:11:21.145" v="1427" actId="1037"/>
          <ac:spMkLst>
            <pc:docMk/>
            <pc:sldMk cId="0" sldId="307"/>
            <ac:spMk id="904" creationId="{00000000-0000-0000-0000-000000000000}"/>
          </ac:spMkLst>
        </pc:spChg>
        <pc:spChg chg="mod">
          <ac:chgData name="Mattéo TREMISI" userId="e344fc52-7e33-4822-85ed-50fd192645c1" providerId="ADAL" clId="{921FD83F-E93C-4172-927C-39516FB4C889}" dt="2026-09-06T10:11:21.145" v="1427" actId="1037"/>
          <ac:spMkLst>
            <pc:docMk/>
            <pc:sldMk cId="0" sldId="307"/>
            <ac:spMk id="906" creationId="{00000000-0000-0000-0000-000000000000}"/>
          </ac:spMkLst>
        </pc:spChg>
        <pc:picChg chg="add mod">
          <ac:chgData name="Mattéo TREMISI" userId="e344fc52-7e33-4822-85ed-50fd192645c1" providerId="ADAL" clId="{921FD83F-E93C-4172-927C-39516FB4C889}" dt="2026-09-06T10:11:21.145" v="1427" actId="1037"/>
          <ac:picMkLst>
            <pc:docMk/>
            <pc:sldMk cId="0" sldId="307"/>
            <ac:picMk id="11" creationId="{812CAB32-6D8C-2FD3-1850-1EE14E19C099}"/>
          </ac:picMkLst>
        </pc:picChg>
        <pc:picChg chg="add mod">
          <ac:chgData name="Mattéo TREMISI" userId="e344fc52-7e33-4822-85ed-50fd192645c1" providerId="ADAL" clId="{921FD83F-E93C-4172-927C-39516FB4C889}" dt="2026-09-06T10:11:21.145" v="1427" actId="1037"/>
          <ac:picMkLst>
            <pc:docMk/>
            <pc:sldMk cId="0" sldId="307"/>
            <ac:picMk id="33" creationId="{CC4DE4F7-6A46-D082-8D86-201B2BFB2995}"/>
          </ac:picMkLst>
        </pc:picChg>
      </pc:sldChg>
      <pc:sldChg chg="addSp delSp modSp del mod">
        <pc:chgData name="Mattéo TREMISI" userId="e344fc52-7e33-4822-85ed-50fd192645c1" providerId="ADAL" clId="{921FD83F-E93C-4172-927C-39516FB4C889}" dt="2026-09-06T13:54:27.391" v="1591" actId="478"/>
        <pc:sldMkLst>
          <pc:docMk/>
          <pc:sldMk cId="0" sldId="308"/>
        </pc:sldMkLst>
        <pc:spChg chg="del">
          <ac:chgData name="Mattéo TREMISI" userId="e344fc52-7e33-4822-85ed-50fd192645c1" providerId="ADAL" clId="{921FD83F-E93C-4172-927C-39516FB4C889}" dt="2026-09-06T13:54:27.391" v="1591" actId="478"/>
          <ac:spMkLst>
            <pc:docMk/>
            <pc:sldMk cId="0" sldId="308"/>
            <ac:spMk id="954" creationId="{00000000-0000-0000-0000-000000000000}"/>
          </ac:spMkLst>
        </pc:spChg>
      </pc:sldChg>
      <pc:sldChg chg="addSp delSp modSp del mod">
        <pc:chgData name="Mattéo TREMISI" userId="e344fc52-7e33-4822-85ed-50fd192645c1" providerId="ADAL" clId="{921FD83F-E93C-4172-927C-39516FB4C889}" dt="2026-09-06T17:40:37.073" v="2155" actId="20577"/>
        <pc:sldMkLst>
          <pc:docMk/>
          <pc:sldMk cId="0" sldId="309"/>
        </pc:sldMkLst>
        <pc:spChg chg="mod">
          <ac:chgData name="Mattéo TREMISI" userId="e344fc52-7e33-4822-85ed-50fd192645c1" providerId="ADAL" clId="{921FD83F-E93C-4172-927C-39516FB4C889}" dt="2026-09-06T17:40:04.494" v="2133" actId="14100"/>
          <ac:spMkLst>
            <pc:docMk/>
            <pc:sldMk cId="0" sldId="309"/>
            <ac:spMk id="4" creationId="{00000000-0000-0000-0000-000000000000}"/>
          </ac:spMkLst>
        </pc:spChg>
        <pc:spChg chg="mod">
          <ac:chgData name="Mattéo TREMISI" userId="e344fc52-7e33-4822-85ed-50fd192645c1" providerId="ADAL" clId="{921FD83F-E93C-4172-927C-39516FB4C889}" dt="2026-09-06T17:39:35.389" v="2125" actId="1037"/>
          <ac:spMkLst>
            <pc:docMk/>
            <pc:sldMk cId="0" sldId="309"/>
            <ac:spMk id="5" creationId="{00000000-0000-0000-0000-000000000000}"/>
          </ac:spMkLst>
        </pc:spChg>
        <pc:spChg chg="mod">
          <ac:chgData name="Mattéo TREMISI" userId="e344fc52-7e33-4822-85ed-50fd192645c1" providerId="ADAL" clId="{921FD83F-E93C-4172-927C-39516FB4C889}" dt="2026-09-06T17:39:35.389" v="2125" actId="1037"/>
          <ac:spMkLst>
            <pc:docMk/>
            <pc:sldMk cId="0" sldId="309"/>
            <ac:spMk id="6" creationId="{00000000-0000-0000-0000-000000000000}"/>
          </ac:spMkLst>
        </pc:spChg>
        <pc:spChg chg="mod">
          <ac:chgData name="Mattéo TREMISI" userId="e344fc52-7e33-4822-85ed-50fd192645c1" providerId="ADAL" clId="{921FD83F-E93C-4172-927C-39516FB4C889}" dt="2026-09-06T17:40:32.192" v="2149" actId="20577"/>
          <ac:spMkLst>
            <pc:docMk/>
            <pc:sldMk cId="0" sldId="309"/>
            <ac:spMk id="7" creationId="{00000000-0000-0000-0000-000000000000}"/>
          </ac:spMkLst>
        </pc:spChg>
        <pc:spChg chg="del">
          <ac:chgData name="Mattéo TREMISI" userId="e344fc52-7e33-4822-85ed-50fd192645c1" providerId="ADAL" clId="{921FD83F-E93C-4172-927C-39516FB4C889}" dt="2026-09-06T17:35:23.157" v="1993" actId="478"/>
          <ac:spMkLst>
            <pc:docMk/>
            <pc:sldMk cId="0" sldId="309"/>
            <ac:spMk id="8" creationId="{00000000-0000-0000-0000-000000000000}"/>
          </ac:spMkLst>
        </pc:spChg>
        <pc:spChg chg="mod">
          <ac:chgData name="Mattéo TREMISI" userId="e344fc52-7e33-4822-85ed-50fd192645c1" providerId="ADAL" clId="{921FD83F-E93C-4172-927C-39516FB4C889}" dt="2026-09-06T17:39:35.389" v="2125" actId="1037"/>
          <ac:spMkLst>
            <pc:docMk/>
            <pc:sldMk cId="0" sldId="309"/>
            <ac:spMk id="10" creationId="{00000000-0000-0000-0000-000000000000}"/>
          </ac:spMkLst>
        </pc:spChg>
        <pc:spChg chg="mod">
          <ac:chgData name="Mattéo TREMISI" userId="e344fc52-7e33-4822-85ed-50fd192645c1" providerId="ADAL" clId="{921FD83F-E93C-4172-927C-39516FB4C889}" dt="2026-09-06T17:40:37.073" v="2155" actId="20577"/>
          <ac:spMkLst>
            <pc:docMk/>
            <pc:sldMk cId="0" sldId="309"/>
            <ac:spMk id="11" creationId="{00000000-0000-0000-0000-000000000000}"/>
          </ac:spMkLst>
        </pc:spChg>
        <pc:spChg chg="del">
          <ac:chgData name="Mattéo TREMISI" userId="e344fc52-7e33-4822-85ed-50fd192645c1" providerId="ADAL" clId="{921FD83F-E93C-4172-927C-39516FB4C889}" dt="2026-09-06T17:35:23.157" v="1993" actId="478"/>
          <ac:spMkLst>
            <pc:docMk/>
            <pc:sldMk cId="0" sldId="309"/>
            <ac:spMk id="12" creationId="{00000000-0000-0000-0000-000000000000}"/>
          </ac:spMkLst>
        </pc:spChg>
        <pc:spChg chg="mod">
          <ac:chgData name="Mattéo TREMISI" userId="e344fc52-7e33-4822-85ed-50fd192645c1" providerId="ADAL" clId="{921FD83F-E93C-4172-927C-39516FB4C889}" dt="2026-09-06T17:39:53.756" v="2130" actId="1076"/>
          <ac:spMkLst>
            <pc:docMk/>
            <pc:sldMk cId="0" sldId="309"/>
            <ac:spMk id="13" creationId="{00000000-0000-0000-0000-000000000000}"/>
          </ac:spMkLst>
        </pc:spChg>
        <pc:spChg chg="mod">
          <ac:chgData name="Mattéo TREMISI" userId="e344fc52-7e33-4822-85ed-50fd192645c1" providerId="ADAL" clId="{921FD83F-E93C-4172-927C-39516FB4C889}" dt="2026-09-06T17:39:35.389" v="2125" actId="1037"/>
          <ac:spMkLst>
            <pc:docMk/>
            <pc:sldMk cId="0" sldId="309"/>
            <ac:spMk id="14" creationId="{00000000-0000-0000-0000-000000000000}"/>
          </ac:spMkLst>
        </pc:spChg>
        <pc:spChg chg="mod">
          <ac:chgData name="Mattéo TREMISI" userId="e344fc52-7e33-4822-85ed-50fd192645c1" providerId="ADAL" clId="{921FD83F-E93C-4172-927C-39516FB4C889}" dt="2026-09-06T17:40:23.417" v="2137" actId="6549"/>
          <ac:spMkLst>
            <pc:docMk/>
            <pc:sldMk cId="0" sldId="309"/>
            <ac:spMk id="15" creationId="{00000000-0000-0000-0000-000000000000}"/>
          </ac:spMkLst>
        </pc:spChg>
        <pc:spChg chg="del">
          <ac:chgData name="Mattéo TREMISI" userId="e344fc52-7e33-4822-85ed-50fd192645c1" providerId="ADAL" clId="{921FD83F-E93C-4172-927C-39516FB4C889}" dt="2026-09-06T17:35:23.157" v="1993" actId="478"/>
          <ac:spMkLst>
            <pc:docMk/>
            <pc:sldMk cId="0" sldId="309"/>
            <ac:spMk id="16" creationId="{00000000-0000-0000-0000-000000000000}"/>
          </ac:spMkLst>
        </pc:spChg>
        <pc:spChg chg="mod">
          <ac:chgData name="Mattéo TREMISI" userId="e344fc52-7e33-4822-85ed-50fd192645c1" providerId="ADAL" clId="{921FD83F-E93C-4172-927C-39516FB4C889}" dt="2026-09-06T17:35:36.017" v="2004" actId="20577"/>
          <ac:spMkLst>
            <pc:docMk/>
            <pc:sldMk cId="0" sldId="309"/>
            <ac:spMk id="20" creationId="{00000000-0000-0000-0000-000000000000}"/>
          </ac:spMkLst>
        </pc:spChg>
        <pc:spChg chg="del">
          <ac:chgData name="Mattéo TREMISI" userId="e344fc52-7e33-4822-85ed-50fd192645c1" providerId="ADAL" clId="{921FD83F-E93C-4172-927C-39516FB4C889}" dt="2026-09-06T17:35:41.283" v="2005" actId="478"/>
          <ac:spMkLst>
            <pc:docMk/>
            <pc:sldMk cId="0" sldId="309"/>
            <ac:spMk id="21" creationId="{00000000-0000-0000-0000-000000000000}"/>
          </ac:spMkLst>
        </pc:spChg>
        <pc:spChg chg="del">
          <ac:chgData name="Mattéo TREMISI" userId="e344fc52-7e33-4822-85ed-50fd192645c1" providerId="ADAL" clId="{921FD83F-E93C-4172-927C-39516FB4C889}" dt="2026-09-06T17:35:41.283" v="2005" actId="478"/>
          <ac:spMkLst>
            <pc:docMk/>
            <pc:sldMk cId="0" sldId="309"/>
            <ac:spMk id="22" creationId="{00000000-0000-0000-0000-000000000000}"/>
          </ac:spMkLst>
        </pc:spChg>
        <pc:spChg chg="add mod">
          <ac:chgData name="Mattéo TREMISI" userId="e344fc52-7e33-4822-85ed-50fd192645c1" providerId="ADAL" clId="{921FD83F-E93C-4172-927C-39516FB4C889}" dt="2026-09-06T17:40:08.158" v="2134" actId="1076"/>
          <ac:spMkLst>
            <pc:docMk/>
            <pc:sldMk cId="0" sldId="309"/>
            <ac:spMk id="24" creationId="{73C0C625-8BB1-0682-D91D-33E1AB229876}"/>
          </ac:spMkLst>
        </pc:spChg>
        <pc:spChg chg="add mod">
          <ac:chgData name="Mattéo TREMISI" userId="e344fc52-7e33-4822-85ed-50fd192645c1" providerId="ADAL" clId="{921FD83F-E93C-4172-927C-39516FB4C889}" dt="2026-09-06T17:40:15.221" v="2135" actId="1076"/>
          <ac:spMkLst>
            <pc:docMk/>
            <pc:sldMk cId="0" sldId="309"/>
            <ac:spMk id="26" creationId="{473B1FBD-E076-DB45-A5BD-9E230351B3E8}"/>
          </ac:spMkLst>
        </pc:spChg>
        <pc:spChg chg="add mod">
          <ac:chgData name="Mattéo TREMISI" userId="e344fc52-7e33-4822-85ed-50fd192645c1" providerId="ADAL" clId="{921FD83F-E93C-4172-927C-39516FB4C889}" dt="2026-09-06T17:39:35.389" v="2125" actId="1037"/>
          <ac:spMkLst>
            <pc:docMk/>
            <pc:sldMk cId="0" sldId="309"/>
            <ac:spMk id="28" creationId="{2EE36396-AAFE-CDE4-3AF3-9251C6D58336}"/>
          </ac:spMkLst>
        </pc:spChg>
        <pc:spChg chg="del">
          <ac:chgData name="Mattéo TREMISI" userId="e344fc52-7e33-4822-85ed-50fd192645c1" providerId="ADAL" clId="{921FD83F-E93C-4172-927C-39516FB4C889}" dt="2026-09-06T17:35:41.283" v="2005" actId="478"/>
          <ac:spMkLst>
            <pc:docMk/>
            <pc:sldMk cId="0" sldId="309"/>
            <ac:spMk id="900" creationId="{00000000-0000-0000-0000-000000000000}"/>
          </ac:spMkLst>
        </pc:spChg>
      </pc:sldChg>
      <pc:sldChg chg="delSp modSp del mod ord setBg">
        <pc:chgData name="Mattéo TREMISI" userId="e344fc52-7e33-4822-85ed-50fd192645c1" providerId="ADAL" clId="{921FD83F-E93C-4172-927C-39516FB4C889}" dt="2026-09-06T17:42:09.130" v="2167" actId="14100"/>
        <pc:sldMkLst>
          <pc:docMk/>
          <pc:sldMk cId="0" sldId="310"/>
        </pc:sldMkLst>
        <pc:spChg chg="mod">
          <ac:chgData name="Mattéo TREMISI" userId="e344fc52-7e33-4822-85ed-50fd192645c1" providerId="ADAL" clId="{921FD83F-E93C-4172-927C-39516FB4C889}" dt="2026-09-06T17:41:40.292" v="2159" actId="14100"/>
          <ac:spMkLst>
            <pc:docMk/>
            <pc:sldMk cId="0" sldId="310"/>
            <ac:spMk id="10" creationId="{00000000-0000-0000-0000-000000000000}"/>
          </ac:spMkLst>
        </pc:spChg>
        <pc:spChg chg="mod">
          <ac:chgData name="Mattéo TREMISI" userId="e344fc52-7e33-4822-85ed-50fd192645c1" providerId="ADAL" clId="{921FD83F-E93C-4172-927C-39516FB4C889}" dt="2026-09-06T17:42:00.241" v="2165" actId="403"/>
          <ac:spMkLst>
            <pc:docMk/>
            <pc:sldMk cId="0" sldId="310"/>
            <ac:spMk id="11" creationId="{00000000-0000-0000-0000-000000000000}"/>
          </ac:spMkLst>
        </pc:spChg>
        <pc:spChg chg="del">
          <ac:chgData name="Mattéo TREMISI" userId="e344fc52-7e33-4822-85ed-50fd192645c1" providerId="ADAL" clId="{921FD83F-E93C-4172-927C-39516FB4C889}" dt="2026-09-06T17:41:35.320" v="2158" actId="478"/>
          <ac:spMkLst>
            <pc:docMk/>
            <pc:sldMk cId="0" sldId="310"/>
            <ac:spMk id="14" creationId="{00000000-0000-0000-0000-000000000000}"/>
          </ac:spMkLst>
        </pc:spChg>
        <pc:spChg chg="mod">
          <ac:chgData name="Mattéo TREMISI" userId="e344fc52-7e33-4822-85ed-50fd192645c1" providerId="ADAL" clId="{921FD83F-E93C-4172-927C-39516FB4C889}" dt="2026-09-06T17:42:09.130" v="2167" actId="14100"/>
          <ac:spMkLst>
            <pc:docMk/>
            <pc:sldMk cId="0" sldId="310"/>
            <ac:spMk id="15" creationId="{00000000-0000-0000-0000-000000000000}"/>
          </ac:spMkLst>
        </pc:spChg>
        <pc:spChg chg="del">
          <ac:chgData name="Mattéo TREMISI" userId="e344fc52-7e33-4822-85ed-50fd192645c1" providerId="ADAL" clId="{921FD83F-E93C-4172-927C-39516FB4C889}" dt="2026-09-06T17:42:05.929" v="2166" actId="478"/>
          <ac:spMkLst>
            <pc:docMk/>
            <pc:sldMk cId="0" sldId="310"/>
            <ac:spMk id="18" creationId="{00000000-0000-0000-0000-000000000000}"/>
          </ac:spMkLst>
        </pc:spChg>
      </pc:sldChg>
      <pc:sldChg chg="modSp del mod setBg">
        <pc:chgData name="Mattéo TREMISI" userId="e344fc52-7e33-4822-85ed-50fd192645c1" providerId="ADAL" clId="{921FD83F-E93C-4172-927C-39516FB4C889}" dt="2026-09-05T23:40:33.723" v="1187"/>
        <pc:sldMkLst>
          <pc:docMk/>
          <pc:sldMk cId="0" sldId="311"/>
        </pc:sldMkLst>
      </pc:sldChg>
      <pc:sldChg chg="addSp delSp modSp add del mod">
        <pc:chgData name="Mattéo TREMISI" userId="e344fc52-7e33-4822-85ed-50fd192645c1" providerId="ADAL" clId="{921FD83F-E93C-4172-927C-39516FB4C889}" dt="2026-09-06T13:34:40.046" v="1499" actId="47"/>
        <pc:sldMkLst>
          <pc:docMk/>
          <pc:sldMk cId="2427109584" sldId="312"/>
        </pc:sldMkLst>
        <pc:spChg chg="del">
          <ac:chgData name="Mattéo TREMISI" userId="e344fc52-7e33-4822-85ed-50fd192645c1" providerId="ADAL" clId="{921FD83F-E93C-4172-927C-39516FB4C889}" dt="2026-09-06T13:34:15.236" v="1487" actId="21"/>
          <ac:spMkLst>
            <pc:docMk/>
            <pc:sldMk cId="2427109584" sldId="312"/>
            <ac:spMk id="18" creationId="{EC1669D2-41BF-AAE0-BBA4-B081B1FFFC75}"/>
          </ac:spMkLst>
        </pc:spChg>
        <pc:spChg chg="del">
          <ac:chgData name="Mattéo TREMISI" userId="e344fc52-7e33-4822-85ed-50fd192645c1" providerId="ADAL" clId="{921FD83F-E93C-4172-927C-39516FB4C889}" dt="2026-09-06T13:34:15.236" v="1487" actId="21"/>
          <ac:spMkLst>
            <pc:docMk/>
            <pc:sldMk cId="2427109584" sldId="312"/>
            <ac:spMk id="19" creationId="{8CA164F0-AC00-F5F8-5011-CF9B7D7335BD}"/>
          </ac:spMkLst>
        </pc:spChg>
        <pc:picChg chg="add del">
          <ac:chgData name="Mattéo TREMISI" userId="e344fc52-7e33-4822-85ed-50fd192645c1" providerId="ADAL" clId="{921FD83F-E93C-4172-927C-39516FB4C889}" dt="2026-09-06T10:15:39.170" v="1459" actId="478"/>
          <ac:picMkLst>
            <pc:docMk/>
            <pc:sldMk cId="2427109584" sldId="312"/>
            <ac:picMk id="4" creationId="{B7825C34-CFE8-54B2-C55F-92BE892B3A5C}"/>
          </ac:picMkLst>
        </pc:picChg>
      </pc:sldChg>
      <pc:sldChg chg="addSp delSp modSp mod">
        <pc:chgData name="Mattéo TREMISI" userId="e344fc52-7e33-4822-85ed-50fd192645c1" providerId="ADAL" clId="{921FD83F-E93C-4172-927C-39516FB4C889}" dt="2026-09-06T13:34:37.603" v="1498" actId="1076"/>
        <pc:sldMkLst>
          <pc:docMk/>
          <pc:sldMk cId="0" sldId="313"/>
        </pc:sldMkLst>
        <pc:spChg chg="del">
          <ac:chgData name="Mattéo TREMISI" userId="e344fc52-7e33-4822-85ed-50fd192645c1" providerId="ADAL" clId="{921FD83F-E93C-4172-927C-39516FB4C889}" dt="2026-09-06T13:34:26.495" v="1490" actId="478"/>
          <ac:spMkLst>
            <pc:docMk/>
            <pc:sldMk cId="0" sldId="313"/>
            <ac:spMk id="3" creationId="{00000000-0000-0000-0000-000000000000}"/>
          </ac:spMkLst>
        </pc:spChg>
        <pc:spChg chg="mod">
          <ac:chgData name="Mattéo TREMISI" userId="e344fc52-7e33-4822-85ed-50fd192645c1" providerId="ADAL" clId="{921FD83F-E93C-4172-927C-39516FB4C889}" dt="2026-09-06T13:34:30.258" v="1496" actId="20577"/>
          <ac:spMkLst>
            <pc:docMk/>
            <pc:sldMk cId="0" sldId="313"/>
            <ac:spMk id="4" creationId="{00000000-0000-0000-0000-000000000000}"/>
          </ac:spMkLst>
        </pc:spChg>
        <pc:spChg chg="del">
          <ac:chgData name="Mattéo TREMISI" userId="e344fc52-7e33-4822-85ed-50fd192645c1" providerId="ADAL" clId="{921FD83F-E93C-4172-927C-39516FB4C889}" dt="2026-09-06T13:34:28.209" v="1491" actId="478"/>
          <ac:spMkLst>
            <pc:docMk/>
            <pc:sldMk cId="0" sldId="313"/>
            <ac:spMk id="5" creationId="{00000000-0000-0000-0000-000000000000}"/>
          </ac:spMkLst>
        </pc:spChg>
        <pc:spChg chg="add mod">
          <ac:chgData name="Mattéo TREMISI" userId="e344fc52-7e33-4822-85ed-50fd192645c1" providerId="ADAL" clId="{921FD83F-E93C-4172-927C-39516FB4C889}" dt="2026-09-06T13:34:33.922" v="1497" actId="1076"/>
          <ac:spMkLst>
            <pc:docMk/>
            <pc:sldMk cId="0" sldId="313"/>
            <ac:spMk id="7" creationId="{8F3EB75A-05C3-76C7-5183-EC33B4868DC6}"/>
          </ac:spMkLst>
        </pc:spChg>
        <pc:spChg chg="add mod">
          <ac:chgData name="Mattéo TREMISI" userId="e344fc52-7e33-4822-85ed-50fd192645c1" providerId="ADAL" clId="{921FD83F-E93C-4172-927C-39516FB4C889}" dt="2026-09-06T13:34:37.603" v="1498" actId="1076"/>
          <ac:spMkLst>
            <pc:docMk/>
            <pc:sldMk cId="0" sldId="313"/>
            <ac:spMk id="9" creationId="{C9B65CB4-A25B-76C5-1947-CA798B413FFF}"/>
          </ac:spMkLst>
        </pc:spChg>
        <pc:spChg chg="mod ord">
          <ac:chgData name="Mattéo TREMISI" userId="e344fc52-7e33-4822-85ed-50fd192645c1" providerId="ADAL" clId="{921FD83F-E93C-4172-927C-39516FB4C889}" dt="2026-09-03T23:01:37.314" v="903"/>
          <ac:spMkLst>
            <pc:docMk/>
            <pc:sldMk cId="0" sldId="313"/>
            <ac:spMk id="900" creationId="{00000000-0000-0000-0000-000000000000}"/>
          </ac:spMkLst>
        </pc:spChg>
      </pc:sldChg>
      <pc:sldChg chg="modSp mod">
        <pc:chgData name="Mattéo TREMISI" userId="e344fc52-7e33-4822-85ed-50fd192645c1" providerId="ADAL" clId="{921FD83F-E93C-4172-927C-39516FB4C889}" dt="2026-09-03T22:59:42.359" v="865"/>
        <pc:sldMkLst>
          <pc:docMk/>
          <pc:sldMk cId="0" sldId="314"/>
        </pc:sldMkLst>
        <pc:spChg chg="mod ord">
          <ac:chgData name="Mattéo TREMISI" userId="e344fc52-7e33-4822-85ed-50fd192645c1" providerId="ADAL" clId="{921FD83F-E93C-4172-927C-39516FB4C889}" dt="2026-09-03T22:59:42.359" v="865"/>
          <ac:spMkLst>
            <pc:docMk/>
            <pc:sldMk cId="0" sldId="314"/>
            <ac:spMk id="900" creationId="{00000000-0000-0000-0000-000000000000}"/>
          </ac:spMkLst>
        </pc:spChg>
      </pc:sldChg>
      <pc:sldChg chg="modSp mod">
        <pc:chgData name="Mattéo TREMISI" userId="e344fc52-7e33-4822-85ed-50fd192645c1" providerId="ADAL" clId="{921FD83F-E93C-4172-927C-39516FB4C889}" dt="2026-09-03T22:59:42.366" v="866"/>
        <pc:sldMkLst>
          <pc:docMk/>
          <pc:sldMk cId="0" sldId="315"/>
        </pc:sldMkLst>
        <pc:spChg chg="mod ord">
          <ac:chgData name="Mattéo TREMISI" userId="e344fc52-7e33-4822-85ed-50fd192645c1" providerId="ADAL" clId="{921FD83F-E93C-4172-927C-39516FB4C889}" dt="2026-09-03T22:59:42.366" v="866"/>
          <ac:spMkLst>
            <pc:docMk/>
            <pc:sldMk cId="0" sldId="315"/>
            <ac:spMk id="900" creationId="{00000000-0000-0000-0000-000000000000}"/>
          </ac:spMkLst>
        </pc:spChg>
      </pc:sldChg>
      <pc:sldChg chg="modSp mod">
        <pc:chgData name="Mattéo TREMISI" userId="e344fc52-7e33-4822-85ed-50fd192645c1" providerId="ADAL" clId="{921FD83F-E93C-4172-927C-39516FB4C889}" dt="2026-09-03T22:59:42.371" v="867"/>
        <pc:sldMkLst>
          <pc:docMk/>
          <pc:sldMk cId="0" sldId="316"/>
        </pc:sldMkLst>
        <pc:spChg chg="mod ord">
          <ac:chgData name="Mattéo TREMISI" userId="e344fc52-7e33-4822-85ed-50fd192645c1" providerId="ADAL" clId="{921FD83F-E93C-4172-927C-39516FB4C889}" dt="2026-09-03T22:59:42.371" v="867"/>
          <ac:spMkLst>
            <pc:docMk/>
            <pc:sldMk cId="0" sldId="316"/>
            <ac:spMk id="900" creationId="{00000000-0000-0000-0000-000000000000}"/>
          </ac:spMkLst>
        </pc:spChg>
      </pc:sldChg>
      <pc:sldChg chg="modSp mod">
        <pc:chgData name="Mattéo TREMISI" userId="e344fc52-7e33-4822-85ed-50fd192645c1" providerId="ADAL" clId="{921FD83F-E93C-4172-927C-39516FB4C889}" dt="2026-09-03T22:59:42.376" v="868"/>
        <pc:sldMkLst>
          <pc:docMk/>
          <pc:sldMk cId="0" sldId="317"/>
        </pc:sldMkLst>
        <pc:spChg chg="mod ord">
          <ac:chgData name="Mattéo TREMISI" userId="e344fc52-7e33-4822-85ed-50fd192645c1" providerId="ADAL" clId="{921FD83F-E93C-4172-927C-39516FB4C889}" dt="2026-09-03T22:59:42.376" v="868"/>
          <ac:spMkLst>
            <pc:docMk/>
            <pc:sldMk cId="0" sldId="317"/>
            <ac:spMk id="900" creationId="{00000000-0000-0000-0000-000000000000}"/>
          </ac:spMkLst>
        </pc:spChg>
      </pc:sldChg>
      <pc:sldChg chg="modSp mod">
        <pc:chgData name="Mattéo TREMISI" userId="e344fc52-7e33-4822-85ed-50fd192645c1" providerId="ADAL" clId="{921FD83F-E93C-4172-927C-39516FB4C889}" dt="2026-09-03T22:59:42.383" v="869"/>
        <pc:sldMkLst>
          <pc:docMk/>
          <pc:sldMk cId="0" sldId="318"/>
        </pc:sldMkLst>
        <pc:spChg chg="mod ord">
          <ac:chgData name="Mattéo TREMISI" userId="e344fc52-7e33-4822-85ed-50fd192645c1" providerId="ADAL" clId="{921FD83F-E93C-4172-927C-39516FB4C889}" dt="2026-09-03T22:59:42.383" v="869"/>
          <ac:spMkLst>
            <pc:docMk/>
            <pc:sldMk cId="0" sldId="318"/>
            <ac:spMk id="900" creationId="{00000000-0000-0000-0000-000000000000}"/>
          </ac:spMkLst>
        </pc:spChg>
      </pc:sldChg>
      <pc:sldChg chg="modSp mod">
        <pc:chgData name="Mattéo TREMISI" userId="e344fc52-7e33-4822-85ed-50fd192645c1" providerId="ADAL" clId="{921FD83F-E93C-4172-927C-39516FB4C889}" dt="2026-09-03T22:59:42.389" v="870"/>
        <pc:sldMkLst>
          <pc:docMk/>
          <pc:sldMk cId="3222269704" sldId="319"/>
        </pc:sldMkLst>
        <pc:spChg chg="mod ord">
          <ac:chgData name="Mattéo TREMISI" userId="e344fc52-7e33-4822-85ed-50fd192645c1" providerId="ADAL" clId="{921FD83F-E93C-4172-927C-39516FB4C889}" dt="2026-09-03T22:59:42.389" v="870"/>
          <ac:spMkLst>
            <pc:docMk/>
            <pc:sldMk cId="3222269704" sldId="319"/>
            <ac:spMk id="900" creationId="{00000000-0000-0000-0000-000000000000}"/>
          </ac:spMkLst>
        </pc:spChg>
      </pc:sldChg>
      <pc:sldChg chg="modSp mod">
        <pc:chgData name="Mattéo TREMISI" userId="e344fc52-7e33-4822-85ed-50fd192645c1" providerId="ADAL" clId="{921FD83F-E93C-4172-927C-39516FB4C889}" dt="2026-09-03T22:59:42.400" v="872"/>
        <pc:sldMkLst>
          <pc:docMk/>
          <pc:sldMk cId="0" sldId="321"/>
        </pc:sldMkLst>
        <pc:spChg chg="mod ord">
          <ac:chgData name="Mattéo TREMISI" userId="e344fc52-7e33-4822-85ed-50fd192645c1" providerId="ADAL" clId="{921FD83F-E93C-4172-927C-39516FB4C889}" dt="2026-09-03T22:59:42.400" v="872"/>
          <ac:spMkLst>
            <pc:docMk/>
            <pc:sldMk cId="0" sldId="321"/>
            <ac:spMk id="900" creationId="{00000000-0000-0000-0000-000000000000}"/>
          </ac:spMkLst>
        </pc:spChg>
      </pc:sldChg>
      <pc:sldChg chg="delSp modSp add mod">
        <pc:chgData name="Mattéo TREMISI" userId="e344fc52-7e33-4822-85ed-50fd192645c1" providerId="ADAL" clId="{921FD83F-E93C-4172-927C-39516FB4C889}" dt="2026-09-06T09:03:33.756" v="1204" actId="478"/>
        <pc:sldMkLst>
          <pc:docMk/>
          <pc:sldMk cId="505261516" sldId="322"/>
        </pc:sldMkLst>
        <pc:spChg chg="mod ord">
          <ac:chgData name="Mattéo TREMISI" userId="e344fc52-7e33-4822-85ed-50fd192645c1" providerId="ADAL" clId="{921FD83F-E93C-4172-927C-39516FB4C889}" dt="2026-09-03T22:59:41.942" v="808"/>
          <ac:spMkLst>
            <pc:docMk/>
            <pc:sldMk cId="505261516" sldId="322"/>
            <ac:spMk id="900" creationId="{00000000-0000-0000-0000-000000000000}"/>
          </ac:spMkLst>
        </pc:spChg>
        <pc:spChg chg="del">
          <ac:chgData name="Mattéo TREMISI" userId="e344fc52-7e33-4822-85ed-50fd192645c1" providerId="ADAL" clId="{921FD83F-E93C-4172-927C-39516FB4C889}" dt="2026-09-06T09:03:33.756" v="1204" actId="478"/>
          <ac:spMkLst>
            <pc:docMk/>
            <pc:sldMk cId="505261516" sldId="322"/>
            <ac:spMk id="935" creationId="{00000000-0000-0000-0000-000000000000}"/>
          </ac:spMkLst>
        </pc:spChg>
        <pc:spChg chg="del">
          <ac:chgData name="Mattéo TREMISI" userId="e344fc52-7e33-4822-85ed-50fd192645c1" providerId="ADAL" clId="{921FD83F-E93C-4172-927C-39516FB4C889}" dt="2026-09-06T09:03:33.756" v="1204" actId="478"/>
          <ac:spMkLst>
            <pc:docMk/>
            <pc:sldMk cId="505261516" sldId="322"/>
            <ac:spMk id="936" creationId="{00000000-0000-0000-0000-000000000000}"/>
          </ac:spMkLst>
        </pc:spChg>
      </pc:sldChg>
      <pc:sldChg chg="delSp modSp add mod">
        <pc:chgData name="Mattéo TREMISI" userId="e344fc52-7e33-4822-85ed-50fd192645c1" providerId="ADAL" clId="{921FD83F-E93C-4172-927C-39516FB4C889}" dt="2026-09-06T09:04:19.030" v="1206" actId="478"/>
        <pc:sldMkLst>
          <pc:docMk/>
          <pc:sldMk cId="1954908361" sldId="323"/>
        </pc:sldMkLst>
        <pc:spChg chg="del mod">
          <ac:chgData name="Mattéo TREMISI" userId="e344fc52-7e33-4822-85ed-50fd192645c1" providerId="ADAL" clId="{921FD83F-E93C-4172-927C-39516FB4C889}" dt="2026-09-06T09:04:19.030" v="1206" actId="478"/>
          <ac:spMkLst>
            <pc:docMk/>
            <pc:sldMk cId="1954908361" sldId="323"/>
            <ac:spMk id="5" creationId="{00000000-0000-0000-0000-000000000000}"/>
          </ac:spMkLst>
        </pc:spChg>
        <pc:spChg chg="mod ord">
          <ac:chgData name="Mattéo TREMISI" userId="e344fc52-7e33-4822-85ed-50fd192645c1" providerId="ADAL" clId="{921FD83F-E93C-4172-927C-39516FB4C889}" dt="2026-09-03T23:01:37.093" v="888"/>
          <ac:spMkLst>
            <pc:docMk/>
            <pc:sldMk cId="1954908361" sldId="323"/>
            <ac:spMk id="900" creationId="{00000000-0000-0000-0000-000000000000}"/>
          </ac:spMkLst>
        </pc:spChg>
      </pc:sldChg>
      <pc:sldChg chg="modSp add mod">
        <pc:chgData name="Mattéo TREMISI" userId="e344fc52-7e33-4822-85ed-50fd192645c1" providerId="ADAL" clId="{921FD83F-E93C-4172-927C-39516FB4C889}" dt="2026-09-03T22:59:42.394" v="871"/>
        <pc:sldMkLst>
          <pc:docMk/>
          <pc:sldMk cId="2675985660" sldId="324"/>
        </pc:sldMkLst>
        <pc:spChg chg="mod ord">
          <ac:chgData name="Mattéo TREMISI" userId="e344fc52-7e33-4822-85ed-50fd192645c1" providerId="ADAL" clId="{921FD83F-E93C-4172-927C-39516FB4C889}" dt="2026-09-03T22:59:42.394" v="871"/>
          <ac:spMkLst>
            <pc:docMk/>
            <pc:sldMk cId="2675985660" sldId="324"/>
            <ac:spMk id="900" creationId="{00000000-0000-0000-0000-000000000000}"/>
          </ac:spMkLst>
        </pc:spChg>
      </pc:sldChg>
      <pc:sldChg chg="addSp delSp modSp del mod">
        <pc:chgData name="Mattéo TREMISI" userId="e344fc52-7e33-4822-85ed-50fd192645c1" providerId="ADAL" clId="{921FD83F-E93C-4172-927C-39516FB4C889}" dt="2026-09-06T17:33:44.281" v="1992" actId="20577"/>
        <pc:sldMkLst>
          <pc:docMk/>
          <pc:sldMk cId="0" sldId="325"/>
        </pc:sldMkLst>
        <pc:spChg chg="mod">
          <ac:chgData name="Mattéo TREMISI" userId="e344fc52-7e33-4822-85ed-50fd192645c1" providerId="ADAL" clId="{921FD83F-E93C-4172-927C-39516FB4C889}" dt="2026-09-06T13:51:20.493" v="1587" actId="790"/>
          <ac:spMkLst>
            <pc:docMk/>
            <pc:sldMk cId="0" sldId="325"/>
            <ac:spMk id="2" creationId="{00000000-0000-0000-0000-000000000000}"/>
          </ac:spMkLst>
        </pc:spChg>
        <pc:spChg chg="mod">
          <ac:chgData name="Mattéo TREMISI" userId="e344fc52-7e33-4822-85ed-50fd192645c1" providerId="ADAL" clId="{921FD83F-E93C-4172-927C-39516FB4C889}" dt="2026-09-06T17:33:27.596" v="1977" actId="20577"/>
          <ac:spMkLst>
            <pc:docMk/>
            <pc:sldMk cId="0" sldId="325"/>
            <ac:spMk id="4" creationId="{00000000-0000-0000-0000-000000000000}"/>
          </ac:spMkLst>
        </pc:spChg>
        <pc:spChg chg="mod">
          <ac:chgData name="Mattéo TREMISI" userId="e344fc52-7e33-4822-85ed-50fd192645c1" providerId="ADAL" clId="{921FD83F-E93C-4172-927C-39516FB4C889}" dt="2026-09-06T17:33:36.197" v="1986" actId="20577"/>
          <ac:spMkLst>
            <pc:docMk/>
            <pc:sldMk cId="0" sldId="325"/>
            <ac:spMk id="13" creationId="{00000000-0000-0000-0000-000000000000}"/>
          </ac:spMkLst>
        </pc:spChg>
        <pc:spChg chg="mod">
          <ac:chgData name="Mattéo TREMISI" userId="e344fc52-7e33-4822-85ed-50fd192645c1" providerId="ADAL" clId="{921FD83F-E93C-4172-927C-39516FB4C889}" dt="2026-09-06T14:00:27.077" v="1962" actId="20577"/>
          <ac:spMkLst>
            <pc:docMk/>
            <pc:sldMk cId="0" sldId="325"/>
            <ac:spMk id="14" creationId="{00000000-0000-0000-0000-000000000000}"/>
          </ac:spMkLst>
        </pc:spChg>
        <pc:spChg chg="mod">
          <ac:chgData name="Mattéo TREMISI" userId="e344fc52-7e33-4822-85ed-50fd192645c1" providerId="ADAL" clId="{921FD83F-E93C-4172-927C-39516FB4C889}" dt="2026-09-06T13:35:22.702" v="1503" actId="207"/>
          <ac:spMkLst>
            <pc:docMk/>
            <pc:sldMk cId="0" sldId="325"/>
            <ac:spMk id="21" creationId="{00000000-0000-0000-0000-000000000000}"/>
          </ac:spMkLst>
        </pc:spChg>
        <pc:spChg chg="del">
          <ac:chgData name="Mattéo TREMISI" userId="e344fc52-7e33-4822-85ed-50fd192645c1" providerId="ADAL" clId="{921FD83F-E93C-4172-927C-39516FB4C889}" dt="2026-09-06T13:35:33.451" v="1504" actId="478"/>
          <ac:spMkLst>
            <pc:docMk/>
            <pc:sldMk cId="0" sldId="325"/>
            <ac:spMk id="22" creationId="{00000000-0000-0000-0000-000000000000}"/>
          </ac:spMkLst>
        </pc:spChg>
        <pc:spChg chg="del">
          <ac:chgData name="Mattéo TREMISI" userId="e344fc52-7e33-4822-85ed-50fd192645c1" providerId="ADAL" clId="{921FD83F-E93C-4172-927C-39516FB4C889}" dt="2026-09-06T13:35:33.451" v="1504" actId="478"/>
          <ac:spMkLst>
            <pc:docMk/>
            <pc:sldMk cId="0" sldId="325"/>
            <ac:spMk id="23" creationId="{00000000-0000-0000-0000-000000000000}"/>
          </ac:spMkLst>
        </pc:spChg>
        <pc:spChg chg="del">
          <ac:chgData name="Mattéo TREMISI" userId="e344fc52-7e33-4822-85ed-50fd192645c1" providerId="ADAL" clId="{921FD83F-E93C-4172-927C-39516FB4C889}" dt="2026-09-06T13:35:33.451" v="1504" actId="478"/>
          <ac:spMkLst>
            <pc:docMk/>
            <pc:sldMk cId="0" sldId="325"/>
            <ac:spMk id="24" creationId="{00000000-0000-0000-0000-000000000000}"/>
          </ac:spMkLst>
        </pc:spChg>
        <pc:spChg chg="del">
          <ac:chgData name="Mattéo TREMISI" userId="e344fc52-7e33-4822-85ed-50fd192645c1" providerId="ADAL" clId="{921FD83F-E93C-4172-927C-39516FB4C889}" dt="2026-09-06T13:35:33.451" v="1504" actId="478"/>
          <ac:spMkLst>
            <pc:docMk/>
            <pc:sldMk cId="0" sldId="325"/>
            <ac:spMk id="25" creationId="{00000000-0000-0000-0000-000000000000}"/>
          </ac:spMkLst>
        </pc:spChg>
        <pc:spChg chg="del">
          <ac:chgData name="Mattéo TREMISI" userId="e344fc52-7e33-4822-85ed-50fd192645c1" providerId="ADAL" clId="{921FD83F-E93C-4172-927C-39516FB4C889}" dt="2026-09-06T13:35:33.451" v="1504" actId="478"/>
          <ac:spMkLst>
            <pc:docMk/>
            <pc:sldMk cId="0" sldId="325"/>
            <ac:spMk id="26" creationId="{00000000-0000-0000-0000-000000000000}"/>
          </ac:spMkLst>
        </pc:spChg>
        <pc:spChg chg="add mod">
          <ac:chgData name="Mattéo TREMISI" userId="e344fc52-7e33-4822-85ed-50fd192645c1" providerId="ADAL" clId="{921FD83F-E93C-4172-927C-39516FB4C889}" dt="2026-09-06T13:51:52.484" v="1590" actId="207"/>
          <ac:spMkLst>
            <pc:docMk/>
            <pc:sldMk cId="0" sldId="325"/>
            <ac:spMk id="28" creationId="{5023216A-5968-7CB5-1DF8-752DA09196E8}"/>
          </ac:spMkLst>
        </pc:spChg>
        <pc:spChg chg="add mod">
          <ac:chgData name="Mattéo TREMISI" userId="e344fc52-7e33-4822-85ed-50fd192645c1" providerId="ADAL" clId="{921FD83F-E93C-4172-927C-39516FB4C889}" dt="2026-09-06T17:33:44.281" v="1992" actId="20577"/>
          <ac:spMkLst>
            <pc:docMk/>
            <pc:sldMk cId="0" sldId="325"/>
            <ac:spMk id="30" creationId="{D9C9926E-0F61-7FA5-CB69-4F5353CDD0F2}"/>
          </ac:spMkLst>
        </pc:spChg>
        <pc:spChg chg="add mod">
          <ac:chgData name="Mattéo TREMISI" userId="e344fc52-7e33-4822-85ed-50fd192645c1" providerId="ADAL" clId="{921FD83F-E93C-4172-927C-39516FB4C889}" dt="2026-09-06T13:56:55.002" v="1707" actId="313"/>
          <ac:spMkLst>
            <pc:docMk/>
            <pc:sldMk cId="0" sldId="325"/>
            <ac:spMk id="32" creationId="{392D9AFE-A7B2-EE95-2B45-5534435EEF16}"/>
          </ac:spMkLst>
        </pc:spChg>
        <pc:spChg chg="add mod">
          <ac:chgData name="Mattéo TREMISI" userId="e344fc52-7e33-4822-85ed-50fd192645c1" providerId="ADAL" clId="{921FD83F-E93C-4172-927C-39516FB4C889}" dt="2026-09-06T13:51:46.660" v="1589" actId="1076"/>
          <ac:spMkLst>
            <pc:docMk/>
            <pc:sldMk cId="0" sldId="325"/>
            <ac:spMk id="34" creationId="{2B87E4B0-20E1-B927-9F6D-5FEC5D650C87}"/>
          </ac:spMkLst>
        </pc:spChg>
        <pc:spChg chg="add mod">
          <ac:chgData name="Mattéo TREMISI" userId="e344fc52-7e33-4822-85ed-50fd192645c1" providerId="ADAL" clId="{921FD83F-E93C-4172-927C-39516FB4C889}" dt="2026-09-06T13:57:40.101" v="1841" actId="790"/>
          <ac:spMkLst>
            <pc:docMk/>
            <pc:sldMk cId="0" sldId="325"/>
            <ac:spMk id="36" creationId="{0EC00CE6-7F79-244C-4AF0-03F78C1F3B69}"/>
          </ac:spMkLst>
        </pc:spChg>
        <pc:spChg chg="add mod">
          <ac:chgData name="Mattéo TREMISI" userId="e344fc52-7e33-4822-85ed-50fd192645c1" providerId="ADAL" clId="{921FD83F-E93C-4172-927C-39516FB4C889}" dt="2026-09-06T13:51:46.660" v="1589" actId="1076"/>
          <ac:spMkLst>
            <pc:docMk/>
            <pc:sldMk cId="0" sldId="325"/>
            <ac:spMk id="38" creationId="{C113E52C-1491-778F-17EF-B4ED7239492B}"/>
          </ac:spMkLst>
        </pc:spChg>
        <pc:spChg chg="add mod">
          <ac:chgData name="Mattéo TREMISI" userId="e344fc52-7e33-4822-85ed-50fd192645c1" providerId="ADAL" clId="{921FD83F-E93C-4172-927C-39516FB4C889}" dt="2026-09-06T13:57:42.610" v="1842" actId="313"/>
          <ac:spMkLst>
            <pc:docMk/>
            <pc:sldMk cId="0" sldId="325"/>
            <ac:spMk id="40" creationId="{280760EA-DB89-019D-5E17-5DC1E658F353}"/>
          </ac:spMkLst>
        </pc:spChg>
        <pc:spChg chg="add mod">
          <ac:chgData name="Mattéo TREMISI" userId="e344fc52-7e33-4822-85ed-50fd192645c1" providerId="ADAL" clId="{921FD83F-E93C-4172-927C-39516FB4C889}" dt="2026-09-06T13:51:46.660" v="1589" actId="1076"/>
          <ac:spMkLst>
            <pc:docMk/>
            <pc:sldMk cId="0" sldId="325"/>
            <ac:spMk id="42" creationId="{7441FF8F-1536-0A50-EF64-BFB871EB7B60}"/>
          </ac:spMkLst>
        </pc:spChg>
        <pc:spChg chg="add mod">
          <ac:chgData name="Mattéo TREMISI" userId="e344fc52-7e33-4822-85ed-50fd192645c1" providerId="ADAL" clId="{921FD83F-E93C-4172-927C-39516FB4C889}" dt="2026-09-06T13:57:40.101" v="1841" actId="790"/>
          <ac:spMkLst>
            <pc:docMk/>
            <pc:sldMk cId="0" sldId="325"/>
            <ac:spMk id="44" creationId="{A980BBF9-B697-942D-19CA-5AFA1C1309B6}"/>
          </ac:spMkLst>
        </pc:spChg>
        <pc:spChg chg="add mod">
          <ac:chgData name="Mattéo TREMISI" userId="e344fc52-7e33-4822-85ed-50fd192645c1" providerId="ADAL" clId="{921FD83F-E93C-4172-927C-39516FB4C889}" dt="2026-09-06T13:56:51.117" v="1706" actId="1076"/>
          <ac:spMkLst>
            <pc:docMk/>
            <pc:sldMk cId="0" sldId="325"/>
            <ac:spMk id="46" creationId="{7C491A4D-6D5E-A067-1034-7816AD1EDDA7}"/>
          </ac:spMkLst>
        </pc:spChg>
        <pc:spChg chg="add mod">
          <ac:chgData name="Mattéo TREMISI" userId="e344fc52-7e33-4822-85ed-50fd192645c1" providerId="ADAL" clId="{921FD83F-E93C-4172-927C-39516FB4C889}" dt="2026-09-06T13:56:51.117" v="1706" actId="1076"/>
          <ac:spMkLst>
            <pc:docMk/>
            <pc:sldMk cId="0" sldId="325"/>
            <ac:spMk id="48" creationId="{2394A336-4E40-C934-2E79-9BF64A73A7E4}"/>
          </ac:spMkLst>
        </pc:spChg>
        <pc:spChg chg="add mod">
          <ac:chgData name="Mattéo TREMISI" userId="e344fc52-7e33-4822-85ed-50fd192645c1" providerId="ADAL" clId="{921FD83F-E93C-4172-927C-39516FB4C889}" dt="2026-09-06T13:56:51.117" v="1706" actId="1076"/>
          <ac:spMkLst>
            <pc:docMk/>
            <pc:sldMk cId="0" sldId="325"/>
            <ac:spMk id="50" creationId="{3E39E0A0-3289-9138-5F54-C9A6BBC3FD73}"/>
          </ac:spMkLst>
        </pc:spChg>
        <pc:spChg chg="del">
          <ac:chgData name="Mattéo TREMISI" userId="e344fc52-7e33-4822-85ed-50fd192645c1" providerId="ADAL" clId="{921FD83F-E93C-4172-927C-39516FB4C889}" dt="2026-09-06T13:35:33.451" v="1504" actId="478"/>
          <ac:spMkLst>
            <pc:docMk/>
            <pc:sldMk cId="0" sldId="325"/>
            <ac:spMk id="900" creationId="{00000000-0000-0000-0000-000000000000}"/>
          </ac:spMkLst>
        </pc:spChg>
      </pc:sldChg>
      <pc:sldChg chg="delSp modSp del mod">
        <pc:chgData name="Mattéo TREMISI" userId="e344fc52-7e33-4822-85ed-50fd192645c1" providerId="ADAL" clId="{921FD83F-E93C-4172-927C-39516FB4C889}" dt="2026-09-06T13:59:52.261" v="1937" actId="478"/>
        <pc:sldMkLst>
          <pc:docMk/>
          <pc:sldMk cId="0" sldId="326"/>
        </pc:sldMkLst>
        <pc:spChg chg="mod">
          <ac:chgData name="Mattéo TREMISI" userId="e344fc52-7e33-4822-85ed-50fd192645c1" providerId="ADAL" clId="{921FD83F-E93C-4172-927C-39516FB4C889}" dt="2026-09-06T13:57:49.287" v="1844" actId="20577"/>
          <ac:spMkLst>
            <pc:docMk/>
            <pc:sldMk cId="0" sldId="326"/>
            <ac:spMk id="2" creationId="{00000000-0000-0000-0000-000000000000}"/>
          </ac:spMkLst>
        </pc:spChg>
        <pc:spChg chg="del">
          <ac:chgData name="Mattéo TREMISI" userId="e344fc52-7e33-4822-85ed-50fd192645c1" providerId="ADAL" clId="{921FD83F-E93C-4172-927C-39516FB4C889}" dt="2026-09-06T13:59:52.261" v="1937" actId="478"/>
          <ac:spMkLst>
            <pc:docMk/>
            <pc:sldMk cId="0" sldId="326"/>
            <ac:spMk id="18" creationId="{C0CB03E1-D7D5-83A2-0D9F-2EE6818C0F43}"/>
          </ac:spMkLst>
        </pc:spChg>
        <pc:graphicFrameChg chg="modGraphic">
          <ac:chgData name="Mattéo TREMISI" userId="e344fc52-7e33-4822-85ed-50fd192645c1" providerId="ADAL" clId="{921FD83F-E93C-4172-927C-39516FB4C889}" dt="2026-09-06T13:59:46.883" v="1936" actId="20577"/>
          <ac:graphicFrameMkLst>
            <pc:docMk/>
            <pc:sldMk cId="0" sldId="326"/>
            <ac:graphicFrameMk id="15" creationId="{00000000-0000-0000-0000-000000000000}"/>
          </ac:graphicFrameMkLst>
        </pc:graphicFrameChg>
      </pc:sldChg>
      <pc:sldChg chg="addSp delSp modSp add del mod setBg">
        <pc:chgData name="Mattéo TREMISI" userId="e344fc52-7e33-4822-85ed-50fd192645c1" providerId="ADAL" clId="{921FD83F-E93C-4172-927C-39516FB4C889}" dt="2026-09-06T23:00:57.128" v="2272"/>
        <pc:sldMkLst>
          <pc:docMk/>
          <pc:sldMk cId="0" sldId="327"/>
        </pc:sldMkLst>
        <pc:spChg chg="add mod">
          <ac:chgData name="Mattéo TREMISI" userId="e344fc52-7e33-4822-85ed-50fd192645c1" providerId="ADAL" clId="{921FD83F-E93C-4172-927C-39516FB4C889}" dt="2026-09-06T23:00:43.280" v="2181"/>
          <ac:spMkLst>
            <pc:docMk/>
            <pc:sldMk cId="0" sldId="327"/>
            <ac:spMk id="4" creationId="{CC1717A1-ECE0-4BF4-B33F-AE5A805B6964}"/>
          </ac:spMkLst>
        </pc:spChg>
        <pc:spChg chg="add mod">
          <ac:chgData name="Mattéo TREMISI" userId="e344fc52-7e33-4822-85ed-50fd192645c1" providerId="ADAL" clId="{921FD83F-E93C-4172-927C-39516FB4C889}" dt="2026-09-06T23:00:43.280" v="2184"/>
          <ac:spMkLst>
            <pc:docMk/>
            <pc:sldMk cId="0" sldId="327"/>
            <ac:spMk id="5" creationId="{B80089F3-255B-45F1-8C65-4A9AC7962EDC}"/>
          </ac:spMkLst>
        </pc:spChg>
        <pc:spChg chg="add mod">
          <ac:chgData name="Mattéo TREMISI" userId="e344fc52-7e33-4822-85ed-50fd192645c1" providerId="ADAL" clId="{921FD83F-E93C-4172-927C-39516FB4C889}" dt="2026-09-06T23:00:43.280" v="2187"/>
          <ac:spMkLst>
            <pc:docMk/>
            <pc:sldMk cId="0" sldId="327"/>
            <ac:spMk id="6" creationId="{E58713B9-06F2-4EA9-9C91-4943795E4CEB}"/>
          </ac:spMkLst>
        </pc:spChg>
        <pc:spChg chg="add mod">
          <ac:chgData name="Mattéo TREMISI" userId="e344fc52-7e33-4822-85ed-50fd192645c1" providerId="ADAL" clId="{921FD83F-E93C-4172-927C-39516FB4C889}" dt="2026-09-06T23:00:43.289" v="2194"/>
          <ac:spMkLst>
            <pc:docMk/>
            <pc:sldMk cId="0" sldId="327"/>
            <ac:spMk id="7" creationId="{C230631E-8AA7-4D26-AF63-6AFD1A872B68}"/>
          </ac:spMkLst>
        </pc:spChg>
        <pc:spChg chg="add mod">
          <ac:chgData name="Mattéo TREMISI" userId="e344fc52-7e33-4822-85ed-50fd192645c1" providerId="ADAL" clId="{921FD83F-E93C-4172-927C-39516FB4C889}" dt="2026-09-06T23:00:43.299" v="2200"/>
          <ac:spMkLst>
            <pc:docMk/>
            <pc:sldMk cId="0" sldId="327"/>
            <ac:spMk id="8" creationId="{EFA6B6A6-8E72-4993-80A3-3E423A0136BE}"/>
          </ac:spMkLst>
        </pc:spChg>
        <pc:spChg chg="add mod">
          <ac:chgData name="Mattéo TREMISI" userId="e344fc52-7e33-4822-85ed-50fd192645c1" providerId="ADAL" clId="{921FD83F-E93C-4172-927C-39516FB4C889}" dt="2026-09-06T23:00:43.301" v="2203"/>
          <ac:spMkLst>
            <pc:docMk/>
            <pc:sldMk cId="0" sldId="327"/>
            <ac:spMk id="9" creationId="{1C1CD2D6-9072-45B7-9496-EC8CE1E1AB62}"/>
          </ac:spMkLst>
        </pc:spChg>
        <pc:spChg chg="del">
          <ac:chgData name="Mattéo TREMISI" userId="e344fc52-7e33-4822-85ed-50fd192645c1" providerId="ADAL" clId="{921FD83F-E93C-4172-927C-39516FB4C889}" dt="2026-09-06T23:00:43.230" v="2170"/>
          <ac:spMkLst>
            <pc:docMk/>
            <pc:sldMk cId="0" sldId="327"/>
            <ac:spMk id="10" creationId="{00000000-0000-0000-0000-000000000000}"/>
          </ac:spMkLst>
        </pc:spChg>
        <pc:spChg chg="del">
          <ac:chgData name="Mattéo TREMISI" userId="e344fc52-7e33-4822-85ed-50fd192645c1" providerId="ADAL" clId="{921FD83F-E93C-4172-927C-39516FB4C889}" dt="2026-09-06T23:00:43.231" v="2171"/>
          <ac:spMkLst>
            <pc:docMk/>
            <pc:sldMk cId="0" sldId="327"/>
            <ac:spMk id="11" creationId="{00000000-0000-0000-0000-000000000000}"/>
          </ac:spMkLst>
        </pc:spChg>
        <pc:spChg chg="del">
          <ac:chgData name="Mattéo TREMISI" userId="e344fc52-7e33-4822-85ed-50fd192645c1" providerId="ADAL" clId="{921FD83F-E93C-4172-927C-39516FB4C889}" dt="2026-09-06T23:00:43.233" v="2172"/>
          <ac:spMkLst>
            <pc:docMk/>
            <pc:sldMk cId="0" sldId="327"/>
            <ac:spMk id="12" creationId="{00000000-0000-0000-0000-000000000000}"/>
          </ac:spMkLst>
        </pc:spChg>
        <pc:spChg chg="del">
          <ac:chgData name="Mattéo TREMISI" userId="e344fc52-7e33-4822-85ed-50fd192645c1" providerId="ADAL" clId="{921FD83F-E93C-4172-927C-39516FB4C889}" dt="2026-09-06T23:00:43.234" v="2173"/>
          <ac:spMkLst>
            <pc:docMk/>
            <pc:sldMk cId="0" sldId="327"/>
            <ac:spMk id="13" creationId="{00000000-0000-0000-0000-000000000000}"/>
          </ac:spMkLst>
        </pc:spChg>
        <pc:spChg chg="add del">
          <ac:chgData name="Mattéo TREMISI" userId="e344fc52-7e33-4822-85ed-50fd192645c1" providerId="ADAL" clId="{921FD83F-E93C-4172-927C-39516FB4C889}" dt="2026-09-06T23:00:43.234" v="2174"/>
          <ac:spMkLst>
            <pc:docMk/>
            <pc:sldMk cId="0" sldId="327"/>
            <ac:spMk id="14" creationId="{00000000-0000-0000-0000-000000000000}"/>
          </ac:spMkLst>
        </pc:spChg>
        <pc:spChg chg="del">
          <ac:chgData name="Mattéo TREMISI" userId="e344fc52-7e33-4822-85ed-50fd192645c1" providerId="ADAL" clId="{921FD83F-E93C-4172-927C-39516FB4C889}" dt="2026-09-06T23:00:43.235" v="2175"/>
          <ac:spMkLst>
            <pc:docMk/>
            <pc:sldMk cId="0" sldId="327"/>
            <ac:spMk id="15" creationId="{00000000-0000-0000-0000-000000000000}"/>
          </ac:spMkLst>
        </pc:spChg>
        <pc:spChg chg="del">
          <ac:chgData name="Mattéo TREMISI" userId="e344fc52-7e33-4822-85ed-50fd192645c1" providerId="ADAL" clId="{921FD83F-E93C-4172-927C-39516FB4C889}" dt="2026-09-06T23:00:43.235" v="2176"/>
          <ac:spMkLst>
            <pc:docMk/>
            <pc:sldMk cId="0" sldId="327"/>
            <ac:spMk id="16" creationId="{00000000-0000-0000-0000-000000000000}"/>
          </ac:spMkLst>
        </pc:spChg>
        <pc:spChg chg="del">
          <ac:chgData name="Mattéo TREMISI" userId="e344fc52-7e33-4822-85ed-50fd192645c1" providerId="ADAL" clId="{921FD83F-E93C-4172-927C-39516FB4C889}" dt="2026-09-06T23:00:43.236" v="2177"/>
          <ac:spMkLst>
            <pc:docMk/>
            <pc:sldMk cId="0" sldId="327"/>
            <ac:spMk id="17" creationId="{00000000-0000-0000-0000-000000000000}"/>
          </ac:spMkLst>
        </pc:spChg>
        <pc:spChg chg="del">
          <ac:chgData name="Mattéo TREMISI" userId="e344fc52-7e33-4822-85ed-50fd192645c1" providerId="ADAL" clId="{921FD83F-E93C-4172-927C-39516FB4C889}" dt="2026-09-06T23:00:43.236" v="2178"/>
          <ac:spMkLst>
            <pc:docMk/>
            <pc:sldMk cId="0" sldId="327"/>
            <ac:spMk id="18" creationId="{00000000-0000-0000-0000-000000000000}"/>
          </ac:spMkLst>
        </pc:spChg>
        <pc:spChg chg="add mod">
          <ac:chgData name="Mattéo TREMISI" userId="e344fc52-7e33-4822-85ed-50fd192645c1" providerId="ADAL" clId="{921FD83F-E93C-4172-927C-39516FB4C889}" dt="2026-09-06T23:00:43.305" v="2208"/>
          <ac:spMkLst>
            <pc:docMk/>
            <pc:sldMk cId="0" sldId="327"/>
            <ac:spMk id="19" creationId="{E7F0AEC8-E43D-4CB2-B821-8696837F7B95}"/>
          </ac:spMkLst>
        </pc:spChg>
        <pc:spChg chg="add mod">
          <ac:chgData name="Mattéo TREMISI" userId="e344fc52-7e33-4822-85ed-50fd192645c1" providerId="ADAL" clId="{921FD83F-E93C-4172-927C-39516FB4C889}" dt="2026-09-06T23:00:43.305" v="2211"/>
          <ac:spMkLst>
            <pc:docMk/>
            <pc:sldMk cId="0" sldId="327"/>
            <ac:spMk id="20" creationId="{6F53A3AB-0D9A-4678-8CD4-952C2962E25A}"/>
          </ac:spMkLst>
        </pc:spChg>
        <pc:spChg chg="add mod">
          <ac:chgData name="Mattéo TREMISI" userId="e344fc52-7e33-4822-85ed-50fd192645c1" providerId="ADAL" clId="{921FD83F-E93C-4172-927C-39516FB4C889}" dt="2026-09-06T23:00:43.307" v="2216"/>
          <ac:spMkLst>
            <pc:docMk/>
            <pc:sldMk cId="0" sldId="327"/>
            <ac:spMk id="21" creationId="{08DB5526-72A6-4305-93EA-8B02031D87B9}"/>
          </ac:spMkLst>
        </pc:spChg>
        <pc:spChg chg="add mod">
          <ac:chgData name="Mattéo TREMISI" userId="e344fc52-7e33-4822-85ed-50fd192645c1" providerId="ADAL" clId="{921FD83F-E93C-4172-927C-39516FB4C889}" dt="2026-09-06T23:00:43.309" v="2219"/>
          <ac:spMkLst>
            <pc:docMk/>
            <pc:sldMk cId="0" sldId="327"/>
            <ac:spMk id="22" creationId="{6D469496-33A3-47E3-91D8-0D96F7568AF3}"/>
          </ac:spMkLst>
        </pc:spChg>
        <pc:spChg chg="add mod">
          <ac:chgData name="Mattéo TREMISI" userId="e344fc52-7e33-4822-85ed-50fd192645c1" providerId="ADAL" clId="{921FD83F-E93C-4172-927C-39516FB4C889}" dt="2026-09-06T23:00:43.313" v="2224"/>
          <ac:spMkLst>
            <pc:docMk/>
            <pc:sldMk cId="0" sldId="327"/>
            <ac:spMk id="23" creationId="{3855EF10-A441-48F7-968C-2755A47188A0}"/>
          </ac:spMkLst>
        </pc:spChg>
        <pc:spChg chg="add mod">
          <ac:chgData name="Mattéo TREMISI" userId="e344fc52-7e33-4822-85ed-50fd192645c1" providerId="ADAL" clId="{921FD83F-E93C-4172-927C-39516FB4C889}" dt="2026-09-06T23:00:43.314" v="2227"/>
          <ac:spMkLst>
            <pc:docMk/>
            <pc:sldMk cId="0" sldId="327"/>
            <ac:spMk id="24" creationId="{484BEDAE-49F5-4EA5-B16F-1F076D2E4EC8}"/>
          </ac:spMkLst>
        </pc:spChg>
        <pc:spChg chg="add mod">
          <ac:chgData name="Mattéo TREMISI" userId="e344fc52-7e33-4822-85ed-50fd192645c1" providerId="ADAL" clId="{921FD83F-E93C-4172-927C-39516FB4C889}" dt="2026-09-06T23:00:43.316" v="2230"/>
          <ac:spMkLst>
            <pc:docMk/>
            <pc:sldMk cId="0" sldId="327"/>
            <ac:spMk id="25" creationId="{BA3B3027-B9FD-4DC5-B704-000E50049865}"/>
          </ac:spMkLst>
        </pc:spChg>
        <pc:spChg chg="add mod">
          <ac:chgData name="Mattéo TREMISI" userId="e344fc52-7e33-4822-85ed-50fd192645c1" providerId="ADAL" clId="{921FD83F-E93C-4172-927C-39516FB4C889}" dt="2026-09-06T23:00:43.316" v="2233"/>
          <ac:spMkLst>
            <pc:docMk/>
            <pc:sldMk cId="0" sldId="327"/>
            <ac:spMk id="26" creationId="{DC326B61-D037-4624-91C7-DB0F5171F1E5}"/>
          </ac:spMkLst>
        </pc:spChg>
        <pc:spChg chg="add mod">
          <ac:chgData name="Mattéo TREMISI" userId="e344fc52-7e33-4822-85ed-50fd192645c1" providerId="ADAL" clId="{921FD83F-E93C-4172-927C-39516FB4C889}" dt="2026-09-06T23:00:43.320" v="2240"/>
          <ac:spMkLst>
            <pc:docMk/>
            <pc:sldMk cId="0" sldId="327"/>
            <ac:spMk id="27" creationId="{80CC4D69-7AC1-4F8A-946E-4DC820817138}"/>
          </ac:spMkLst>
        </pc:spChg>
        <pc:spChg chg="add mod">
          <ac:chgData name="Mattéo TREMISI" userId="e344fc52-7e33-4822-85ed-50fd192645c1" providerId="ADAL" clId="{921FD83F-E93C-4172-927C-39516FB4C889}" dt="2026-09-06T23:00:43.322" v="2246"/>
          <ac:spMkLst>
            <pc:docMk/>
            <pc:sldMk cId="0" sldId="327"/>
            <ac:spMk id="28" creationId="{BABC8CBA-0A57-4A00-9916-21D203165777}"/>
          </ac:spMkLst>
        </pc:spChg>
        <pc:spChg chg="add mod">
          <ac:chgData name="Mattéo TREMISI" userId="e344fc52-7e33-4822-85ed-50fd192645c1" providerId="ADAL" clId="{921FD83F-E93C-4172-927C-39516FB4C889}" dt="2026-09-06T23:00:43.324" v="2249"/>
          <ac:spMkLst>
            <pc:docMk/>
            <pc:sldMk cId="0" sldId="327"/>
            <ac:spMk id="29" creationId="{5555BDDA-9EE8-4F5A-B65A-EAA3C136B613}"/>
          </ac:spMkLst>
        </pc:spChg>
        <pc:spChg chg="add mod">
          <ac:chgData name="Mattéo TREMISI" userId="e344fc52-7e33-4822-85ed-50fd192645c1" providerId="ADAL" clId="{921FD83F-E93C-4172-927C-39516FB4C889}" dt="2026-09-06T23:00:43.327" v="2254"/>
          <ac:spMkLst>
            <pc:docMk/>
            <pc:sldMk cId="0" sldId="327"/>
            <ac:spMk id="30" creationId="{86F9F5D2-AC40-471E-A753-20BA63DC3139}"/>
          </ac:spMkLst>
        </pc:spChg>
        <pc:spChg chg="add mod">
          <ac:chgData name="Mattéo TREMISI" userId="e344fc52-7e33-4822-85ed-50fd192645c1" providerId="ADAL" clId="{921FD83F-E93C-4172-927C-39516FB4C889}" dt="2026-09-06T23:00:43.327" v="2257"/>
          <ac:spMkLst>
            <pc:docMk/>
            <pc:sldMk cId="0" sldId="327"/>
            <ac:spMk id="31" creationId="{ABA314C3-4752-400A-A593-B84B35C8F4E6}"/>
          </ac:spMkLst>
        </pc:spChg>
        <pc:spChg chg="add mod">
          <ac:chgData name="Mattéo TREMISI" userId="e344fc52-7e33-4822-85ed-50fd192645c1" providerId="ADAL" clId="{921FD83F-E93C-4172-927C-39516FB4C889}" dt="2026-09-06T23:00:43.329" v="2262"/>
          <ac:spMkLst>
            <pc:docMk/>
            <pc:sldMk cId="0" sldId="327"/>
            <ac:spMk id="32" creationId="{04E113B3-B849-4785-8F95-9A8AFAEAB4A2}"/>
          </ac:spMkLst>
        </pc:spChg>
        <pc:spChg chg="add mod">
          <ac:chgData name="Mattéo TREMISI" userId="e344fc52-7e33-4822-85ed-50fd192645c1" providerId="ADAL" clId="{921FD83F-E93C-4172-927C-39516FB4C889}" dt="2026-09-06T23:00:43.329" v="2265"/>
          <ac:spMkLst>
            <pc:docMk/>
            <pc:sldMk cId="0" sldId="327"/>
            <ac:spMk id="33" creationId="{896B8A45-59B5-4242-AAE1-59DB1029E328}"/>
          </ac:spMkLst>
        </pc:spChg>
        <pc:spChg chg="add mod">
          <ac:chgData name="Mattéo TREMISI" userId="e344fc52-7e33-4822-85ed-50fd192645c1" providerId="ADAL" clId="{921FD83F-E93C-4172-927C-39516FB4C889}" dt="2026-09-06T23:00:43.333" v="2270"/>
          <ac:spMkLst>
            <pc:docMk/>
            <pc:sldMk cId="0" sldId="327"/>
            <ac:spMk id="34" creationId="{BCA8566F-DCE4-4208-83A4-CEA95FDB6101}"/>
          </ac:spMkLst>
        </pc:spChg>
      </pc:sldChg>
      <pc:sldChg chg="add del">
        <pc:chgData name="Mattéo TREMISI" userId="e344fc52-7e33-4822-85ed-50fd192645c1" providerId="ADAL" clId="{921FD83F-E93C-4172-927C-39516FB4C889}" dt="2026-09-06T23:00:57.867" v="2274"/>
        <pc:sldMkLst>
          <pc:docMk/>
          <pc:sldMk cId="2307282341" sldId="329"/>
        </pc:sldMkLst>
      </pc:sldChg>
      <pc:sldChg chg="modSp add mod">
        <pc:chgData name="Mattéo TREMISI" userId="e344fc52-7e33-4822-85ed-50fd192645c1" providerId="ADAL" clId="{921FD83F-E93C-4172-927C-39516FB4C889}" dt="2026-09-07T08:22:00.006" v="2376" actId="20577"/>
        <pc:sldMkLst>
          <pc:docMk/>
          <pc:sldMk cId="321569418" sldId="330"/>
        </pc:sldMkLst>
        <pc:spChg chg="mod">
          <ac:chgData name="Mattéo TREMISI" userId="e344fc52-7e33-4822-85ed-50fd192645c1" providerId="ADAL" clId="{921FD83F-E93C-4172-927C-39516FB4C889}" dt="2026-09-06T23:07:51.570" v="2304" actId="790"/>
          <ac:spMkLst>
            <pc:docMk/>
            <pc:sldMk cId="321569418" sldId="330"/>
            <ac:spMk id="3" creationId="{00000000-0000-0000-0000-000000000000}"/>
          </ac:spMkLst>
        </pc:spChg>
        <pc:spChg chg="mod">
          <ac:chgData name="Mattéo TREMISI" userId="e344fc52-7e33-4822-85ed-50fd192645c1" providerId="ADAL" clId="{921FD83F-E93C-4172-927C-39516FB4C889}" dt="2026-09-06T23:02:49.246" v="2278" actId="20577"/>
          <ac:spMkLst>
            <pc:docMk/>
            <pc:sldMk cId="321569418" sldId="330"/>
            <ac:spMk id="19" creationId="{E7F0AEC8-E43D-4CB2-B821-8696837F7B95}"/>
          </ac:spMkLst>
        </pc:spChg>
        <pc:spChg chg="mod">
          <ac:chgData name="Mattéo TREMISI" userId="e344fc52-7e33-4822-85ed-50fd192645c1" providerId="ADAL" clId="{921FD83F-E93C-4172-927C-39516FB4C889}" dt="2026-09-06T23:16:47.929" v="2355" actId="20577"/>
          <ac:spMkLst>
            <pc:docMk/>
            <pc:sldMk cId="321569418" sldId="330"/>
            <ac:spMk id="30" creationId="{86F9F5D2-AC40-471E-A753-20BA63DC3139}"/>
          </ac:spMkLst>
        </pc:spChg>
        <pc:spChg chg="mod">
          <ac:chgData name="Mattéo TREMISI" userId="e344fc52-7e33-4822-85ed-50fd192645c1" providerId="ADAL" clId="{921FD83F-E93C-4172-927C-39516FB4C889}" dt="2026-09-06T23:16:59.047" v="2375" actId="20577"/>
          <ac:spMkLst>
            <pc:docMk/>
            <pc:sldMk cId="321569418" sldId="330"/>
            <ac:spMk id="32" creationId="{04E113B3-B849-4785-8F95-9A8AFAEAB4A2}"/>
          </ac:spMkLst>
        </pc:spChg>
        <pc:spChg chg="mod">
          <ac:chgData name="Mattéo TREMISI" userId="e344fc52-7e33-4822-85ed-50fd192645c1" providerId="ADAL" clId="{921FD83F-E93C-4172-927C-39516FB4C889}" dt="2026-09-07T08:22:00.006" v="2376" actId="20577"/>
          <ac:spMkLst>
            <pc:docMk/>
            <pc:sldMk cId="321569418" sldId="330"/>
            <ac:spMk id="34" creationId="{BCA8566F-DCE4-4208-83A4-CEA95FDB6101}"/>
          </ac:spMkLst>
        </pc:spChg>
      </pc:sldChg>
      <pc:sldChg chg="modSp add del mod setBg">
        <pc:chgData name="Mattéo TREMISI" userId="e344fc52-7e33-4822-85ed-50fd192645c1" providerId="ADAL" clId="{921FD83F-E93C-4172-927C-39516FB4C889}" dt="2026-09-06T10:18:01.302" v="1465"/>
        <pc:sldMkLst>
          <pc:docMk/>
          <pc:sldMk cId="4276453192" sldId="331"/>
        </pc:sldMkLst>
        <pc:spChg chg="mod">
          <ac:chgData name="Mattéo TREMISI" userId="e344fc52-7e33-4822-85ed-50fd192645c1" providerId="ADAL" clId="{921FD83F-E93C-4172-927C-39516FB4C889}" dt="2026-09-06T10:15:10.211" v="1457" actId="207"/>
          <ac:spMkLst>
            <pc:docMk/>
            <pc:sldMk cId="4276453192" sldId="331"/>
            <ac:spMk id="2" creationId="{00000000-0000-0000-0000-000000000000}"/>
          </ac:spMkLst>
        </pc:spChg>
        <pc:spChg chg="mod">
          <ac:chgData name="Mattéo TREMISI" userId="e344fc52-7e33-4822-85ed-50fd192645c1" providerId="ADAL" clId="{921FD83F-E93C-4172-927C-39516FB4C889}" dt="2026-09-06T10:15:10.211" v="1457" actId="207"/>
          <ac:spMkLst>
            <pc:docMk/>
            <pc:sldMk cId="4276453192" sldId="331"/>
            <ac:spMk id="18" creationId="{C0CB03E1-D7D5-83A2-0D9F-2EE6818C0F43}"/>
          </ac:spMkLst>
        </pc:spChg>
        <pc:spChg chg="mod">
          <ac:chgData name="Mattéo TREMISI" userId="e344fc52-7e33-4822-85ed-50fd192645c1" providerId="ADAL" clId="{921FD83F-E93C-4172-927C-39516FB4C889}" dt="2026-09-06T10:15:10.211" v="1457" actId="207"/>
          <ac:spMkLst>
            <pc:docMk/>
            <pc:sldMk cId="4276453192" sldId="331"/>
            <ac:spMk id="900" creationId="{00000000-0000-0000-0000-000000000000}"/>
          </ac:spMkLst>
        </pc:spChg>
        <pc:graphicFrameChg chg="modGraphic">
          <ac:chgData name="Mattéo TREMISI" userId="e344fc52-7e33-4822-85ed-50fd192645c1" providerId="ADAL" clId="{921FD83F-E93C-4172-927C-39516FB4C889}" dt="2026-09-06T10:15:09.670" v="1456" actId="207"/>
          <ac:graphicFrameMkLst>
            <pc:docMk/>
            <pc:sldMk cId="4276453192" sldId="331"/>
            <ac:graphicFrameMk id="15" creationId="{00000000-0000-0000-0000-000000000000}"/>
          </ac:graphicFrameMkLst>
        </pc:graphicFrameChg>
      </pc:sldChg>
      <pc:sldChg chg="add del">
        <pc:chgData name="Mattéo TREMISI" userId="e344fc52-7e33-4822-85ed-50fd192645c1" providerId="ADAL" clId="{921FD83F-E93C-4172-927C-39516FB4C889}" dt="2026-09-06T10:17:54.015" v="1461"/>
        <pc:sldMkLst>
          <pc:docMk/>
          <pc:sldMk cId="648172547" sldId="336"/>
        </pc:sldMkLst>
      </pc:sldChg>
      <pc:sldChg chg="add del">
        <pc:chgData name="Mattéo TREMISI" userId="e344fc52-7e33-4822-85ed-50fd192645c1" providerId="ADAL" clId="{921FD83F-E93C-4172-927C-39516FB4C889}" dt="2026-09-06T10:18:05.063" v="1467"/>
        <pc:sldMkLst>
          <pc:docMk/>
          <pc:sldMk cId="1884548264" sldId="337"/>
        </pc:sldMkLst>
      </pc:sldChg>
      <pc:sldChg chg="delSp modSp add del mod">
        <pc:chgData name="Mattéo TREMISI" userId="e344fc52-7e33-4822-85ed-50fd192645c1" providerId="ADAL" clId="{921FD83F-E93C-4172-927C-39516FB4C889}" dt="2026-09-06T10:17:57.555" v="1463"/>
        <pc:sldMkLst>
          <pc:docMk/>
          <pc:sldMk cId="501419895" sldId="340"/>
        </pc:sldMkLst>
        <pc:spChg chg="mod">
          <ac:chgData name="Mattéo TREMISI" userId="e344fc52-7e33-4822-85ed-50fd192645c1" providerId="ADAL" clId="{921FD83F-E93C-4172-927C-39516FB4C889}" dt="2026-09-06T10:13:26.082" v="1446" actId="1076"/>
          <ac:spMkLst>
            <pc:docMk/>
            <pc:sldMk cId="501419895" sldId="340"/>
            <ac:spMk id="7" creationId="{00000000-0000-0000-0000-000000000000}"/>
          </ac:spMkLst>
        </pc:spChg>
        <pc:spChg chg="mod">
          <ac:chgData name="Mattéo TREMISI" userId="e344fc52-7e33-4822-85ed-50fd192645c1" providerId="ADAL" clId="{921FD83F-E93C-4172-927C-39516FB4C889}" dt="2026-09-06T10:13:26.082" v="1446" actId="1076"/>
          <ac:spMkLst>
            <pc:docMk/>
            <pc:sldMk cId="501419895" sldId="340"/>
            <ac:spMk id="9" creationId="{00000000-0000-0000-0000-000000000000}"/>
          </ac:spMkLst>
        </pc:spChg>
        <pc:spChg chg="mod">
          <ac:chgData name="Mattéo TREMISI" userId="e344fc52-7e33-4822-85ed-50fd192645c1" providerId="ADAL" clId="{921FD83F-E93C-4172-927C-39516FB4C889}" dt="2026-09-06T10:13:26.082" v="1446" actId="1076"/>
          <ac:spMkLst>
            <pc:docMk/>
            <pc:sldMk cId="501419895" sldId="340"/>
            <ac:spMk id="11" creationId="{00000000-0000-0000-0000-000000000000}"/>
          </ac:spMkLst>
        </pc:spChg>
        <pc:spChg chg="mod">
          <ac:chgData name="Mattéo TREMISI" userId="e344fc52-7e33-4822-85ed-50fd192645c1" providerId="ADAL" clId="{921FD83F-E93C-4172-927C-39516FB4C889}" dt="2026-09-06T10:12:53.382" v="1441" actId="20577"/>
          <ac:spMkLst>
            <pc:docMk/>
            <pc:sldMk cId="501419895" sldId="340"/>
            <ac:spMk id="23" creationId="{00000000-0000-0000-0000-000000000000}"/>
          </ac:spMkLst>
        </pc:spChg>
        <pc:spChg chg="del">
          <ac:chgData name="Mattéo TREMISI" userId="e344fc52-7e33-4822-85ed-50fd192645c1" providerId="ADAL" clId="{921FD83F-E93C-4172-927C-39516FB4C889}" dt="2026-09-06T10:12:58.672" v="1442" actId="478"/>
          <ac:spMkLst>
            <pc:docMk/>
            <pc:sldMk cId="501419895" sldId="340"/>
            <ac:spMk id="24" creationId="{00000000-0000-0000-0000-000000000000}"/>
          </ac:spMkLst>
        </pc:spChg>
        <pc:spChg chg="del mod">
          <ac:chgData name="Mattéo TREMISI" userId="e344fc52-7e33-4822-85ed-50fd192645c1" providerId="ADAL" clId="{921FD83F-E93C-4172-927C-39516FB4C889}" dt="2026-09-06T10:13:01.508" v="1444" actId="478"/>
          <ac:spMkLst>
            <pc:docMk/>
            <pc:sldMk cId="501419895" sldId="340"/>
            <ac:spMk id="25" creationId="{00000000-0000-0000-0000-000000000000}"/>
          </ac:spMkLst>
        </pc:spChg>
        <pc:spChg chg="del">
          <ac:chgData name="Mattéo TREMISI" userId="e344fc52-7e33-4822-85ed-50fd192645c1" providerId="ADAL" clId="{921FD83F-E93C-4172-927C-39516FB4C889}" dt="2026-09-06T10:13:02.433" v="1445" actId="478"/>
          <ac:spMkLst>
            <pc:docMk/>
            <pc:sldMk cId="501419895" sldId="340"/>
            <ac:spMk id="26" creationId="{00000000-0000-0000-0000-000000000000}"/>
          </ac:spMkLst>
        </pc:spChg>
      </pc:sldChg>
      <pc:sldChg chg="add del">
        <pc:chgData name="Mattéo TREMISI" userId="e344fc52-7e33-4822-85ed-50fd192645c1" providerId="ADAL" clId="{921FD83F-E93C-4172-927C-39516FB4C889}" dt="2026-09-06T10:18:08.950" v="1469"/>
        <pc:sldMkLst>
          <pc:docMk/>
          <pc:sldMk cId="3331689419" sldId="341"/>
        </pc:sldMkLst>
      </pc:sldChg>
      <pc:sldChg chg="add del">
        <pc:chgData name="Mattéo TREMISI" userId="e344fc52-7e33-4822-85ed-50fd192645c1" providerId="ADAL" clId="{921FD83F-E93C-4172-927C-39516FB4C889}" dt="2026-09-06T10:18:12.184" v="1471"/>
        <pc:sldMkLst>
          <pc:docMk/>
          <pc:sldMk cId="2207000464" sldId="342"/>
        </pc:sldMkLst>
      </pc:sldChg>
      <pc:sldChg chg="add del">
        <pc:chgData name="Mattéo TREMISI" userId="e344fc52-7e33-4822-85ed-50fd192645c1" providerId="ADAL" clId="{921FD83F-E93C-4172-927C-39516FB4C889}" dt="2026-09-06T13:34:08.930" v="1486" actId="47"/>
        <pc:sldMkLst>
          <pc:docMk/>
          <pc:sldMk cId="3367646704" sldId="343"/>
        </pc:sldMkLst>
      </pc:sldChg>
      <pc:sldChg chg="new del">
        <pc:chgData name="Mattéo TREMISI" userId="e344fc52-7e33-4822-85ed-50fd192645c1" providerId="ADAL" clId="{921FD83F-E93C-4172-927C-39516FB4C889}" dt="2026-09-06T09:25:40.880" v="1282" actId="680"/>
        <pc:sldMkLst>
          <pc:docMk/>
          <pc:sldMk cId="858914902" sldId="344"/>
        </pc:sldMkLst>
      </pc:sldChg>
      <pc:sldChg chg="add del">
        <pc:chgData name="Mattéo TREMISI" userId="e344fc52-7e33-4822-85ed-50fd192645c1" providerId="ADAL" clId="{921FD83F-E93C-4172-927C-39516FB4C889}" dt="2026-09-06T10:20:12.859" v="1473"/>
        <pc:sldMkLst>
          <pc:docMk/>
          <pc:sldMk cId="2419364855" sldId="344"/>
        </pc:sldMkLst>
      </pc:sldChg>
      <pc:sldChg chg="add del">
        <pc:chgData name="Mattéo TREMISI" userId="e344fc52-7e33-4822-85ed-50fd192645c1" providerId="ADAL" clId="{921FD83F-E93C-4172-927C-39516FB4C889}" dt="2026-09-06T10:20:14.380" v="1475"/>
        <pc:sldMkLst>
          <pc:docMk/>
          <pc:sldMk cId="2265329616" sldId="345"/>
        </pc:sldMkLst>
      </pc:sldChg>
      <pc:sldChg chg="add del">
        <pc:chgData name="Mattéo TREMISI" userId="e344fc52-7e33-4822-85ed-50fd192645c1" providerId="ADAL" clId="{921FD83F-E93C-4172-927C-39516FB4C889}" dt="2026-09-06T10:20:16.654" v="1477"/>
        <pc:sldMkLst>
          <pc:docMk/>
          <pc:sldMk cId="130208056" sldId="346"/>
        </pc:sldMkLst>
      </pc:sldChg>
      <pc:sldChg chg="add del">
        <pc:chgData name="Mattéo TREMISI" userId="e344fc52-7e33-4822-85ed-50fd192645c1" providerId="ADAL" clId="{921FD83F-E93C-4172-927C-39516FB4C889}" dt="2026-09-06T10:20:18.243" v="1479"/>
        <pc:sldMkLst>
          <pc:docMk/>
          <pc:sldMk cId="3290683813" sldId="347"/>
        </pc:sldMkLst>
      </pc:sldChg>
      <pc:sldChg chg="add del">
        <pc:chgData name="Mattéo TREMISI" userId="e344fc52-7e33-4822-85ed-50fd192645c1" providerId="ADAL" clId="{921FD83F-E93C-4172-927C-39516FB4C889}" dt="2026-09-06T10:20:20.489" v="1481"/>
        <pc:sldMkLst>
          <pc:docMk/>
          <pc:sldMk cId="1794372022" sldId="348"/>
        </pc:sldMkLst>
      </pc:sldChg>
      <pc:sldChg chg="add del">
        <pc:chgData name="Mattéo TREMISI" userId="e344fc52-7e33-4822-85ed-50fd192645c1" providerId="ADAL" clId="{921FD83F-E93C-4172-927C-39516FB4C889}" dt="2026-09-06T10:20:21.765" v="1483"/>
        <pc:sldMkLst>
          <pc:docMk/>
          <pc:sldMk cId="358952211" sldId="349"/>
        </pc:sldMkLst>
      </pc:sldChg>
      <pc:sldChg chg="add del">
        <pc:chgData name="Mattéo TREMISI" userId="e344fc52-7e33-4822-85ed-50fd192645c1" providerId="ADAL" clId="{921FD83F-E93C-4172-927C-39516FB4C889}" dt="2026-09-06T13:34:08.930" v="1486" actId="47"/>
        <pc:sldMkLst>
          <pc:docMk/>
          <pc:sldMk cId="2423748632" sldId="350"/>
        </pc:sldMkLst>
      </pc:sldChg>
      <pc:sldChg chg="add del">
        <pc:chgData name="Mattéo TREMISI" userId="e344fc52-7e33-4822-85ed-50fd192645c1" providerId="ADAL" clId="{921FD83F-E93C-4172-927C-39516FB4C889}" dt="2026-09-06T13:34:08.930" v="1486" actId="47"/>
        <pc:sldMkLst>
          <pc:docMk/>
          <pc:sldMk cId="3975198330" sldId="351"/>
        </pc:sldMkLst>
      </pc:sldChg>
      <pc:sldChg chg="add del">
        <pc:chgData name="Mattéo TREMISI" userId="e344fc52-7e33-4822-85ed-50fd192645c1" providerId="ADAL" clId="{921FD83F-E93C-4172-927C-39516FB4C889}" dt="2026-09-06T13:34:08.930" v="1486" actId="47"/>
        <pc:sldMkLst>
          <pc:docMk/>
          <pc:sldMk cId="2353337516" sldId="352"/>
        </pc:sldMkLst>
      </pc:sldChg>
      <pc:sldChg chg="add del">
        <pc:chgData name="Mattéo TREMISI" userId="e344fc52-7e33-4822-85ed-50fd192645c1" providerId="ADAL" clId="{921FD83F-E93C-4172-927C-39516FB4C889}" dt="2026-09-06T13:34:08.930" v="1486" actId="47"/>
        <pc:sldMkLst>
          <pc:docMk/>
          <pc:sldMk cId="783072570" sldId="353"/>
        </pc:sldMkLst>
      </pc:sldChg>
      <pc:sldChg chg="add del">
        <pc:chgData name="Mattéo TREMISI" userId="e344fc52-7e33-4822-85ed-50fd192645c1" providerId="ADAL" clId="{921FD83F-E93C-4172-927C-39516FB4C889}" dt="2026-09-06T13:34:08.930" v="1486" actId="47"/>
        <pc:sldMkLst>
          <pc:docMk/>
          <pc:sldMk cId="1223963604" sldId="354"/>
        </pc:sldMkLst>
      </pc:sldChg>
      <pc:sldChg chg="add del">
        <pc:chgData name="Mattéo TREMISI" userId="e344fc52-7e33-4822-85ed-50fd192645c1" providerId="ADAL" clId="{921FD83F-E93C-4172-927C-39516FB4C889}" dt="2026-09-06T13:34:08.930" v="1486" actId="47"/>
        <pc:sldMkLst>
          <pc:docMk/>
          <pc:sldMk cId="711196351" sldId="355"/>
        </pc:sldMkLst>
      </pc:sldChg>
      <pc:sldMasterChg chg="addSldLayout delSldLayout modSldLayout">
        <pc:chgData name="Mattéo TREMISI" userId="e344fc52-7e33-4822-85ed-50fd192645c1" providerId="ADAL" clId="{921FD83F-E93C-4172-927C-39516FB4C889}" dt="2026-09-06T13:34:08.930" v="1486" actId="47"/>
        <pc:sldMasterMkLst>
          <pc:docMk/>
          <pc:sldMasterMk cId="0" sldId="2147483648"/>
        </pc:sldMasterMkLst>
        <pc:sldLayoutChg chg="delSp add mod">
          <pc:chgData name="Mattéo TREMISI" userId="e344fc52-7e33-4822-85ed-50fd192645c1" providerId="ADAL" clId="{921FD83F-E93C-4172-927C-39516FB4C889}" dt="2026-09-03T22:49:35.625" v="339"/>
          <pc:sldLayoutMkLst>
            <pc:docMk/>
            <pc:sldMasterMk cId="0" sldId="2147483648"/>
            <pc:sldLayoutMk cId="0" sldId="2147483655"/>
          </pc:sldLayoutMkLst>
        </pc:sldLayoutChg>
        <pc:sldLayoutChg chg="add del">
          <pc:chgData name="Mattéo TREMISI" userId="e344fc52-7e33-4822-85ed-50fd192645c1" providerId="ADAL" clId="{921FD83F-E93C-4172-927C-39516FB4C889}" dt="2026-09-06T13:34:08.930" v="1486" actId="47"/>
          <pc:sldLayoutMkLst>
            <pc:docMk/>
            <pc:sldMasterMk cId="0" sldId="2147483648"/>
            <pc:sldLayoutMk cId="0" sldId="2147483656"/>
          </pc:sldLayoutMkLst>
        </pc:sldLayout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0"/>
        <c:ser>
          <c:idx val="0"/>
          <c:order val="0"/>
          <c:tx>
            <c:strRef>
              <c:f>Sheet1!$B$1</c:f>
              <c:strCache>
                <c:ptCount val="1"/>
                <c:pt idx="0">
                  <c:v>Vulnérabilités</c:v>
                </c:pt>
              </c:strCache>
            </c:strRef>
          </c:tx>
          <c:spPr>
            <a:solidFill>
              <a:srgbClr val="1B2A4A"/>
            </a:solidFill>
            <a:effectLst/>
          </c:spPr>
          <c:invertIfNegative val="0"/>
          <c:dLbls>
            <c:numFmt formatCode="#,##0" sourceLinked="0"/>
            <c:spPr>
              <a:noFill/>
              <a:ln>
                <a:noFill/>
              </a:ln>
              <a:effectLst/>
            </c:spPr>
            <c:txPr>
              <a:bodyPr/>
              <a:lstStyle/>
              <a:p>
                <a:pPr>
                  <a:defRPr sz="1200" b="0" i="0" u="none" strike="noStrike">
                    <a:solidFill>
                      <a:srgbClr val="1B2A4A"/>
                    </a:solidFill>
                    <a:latin typeface="Lato"/>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Niveau abaissé</c:v>
                </c:pt>
                <c:pt idx="1">
                  <c:v>Niveau inchangé</c:v>
                </c:pt>
                <c:pt idx="2">
                  <c:v>Niveau relevé</c:v>
                </c:pt>
              </c:strCache>
            </c:strRef>
          </c:cat>
          <c:val>
            <c:numRef>
              <c:f>Sheet1!$B$2:$B$4</c:f>
              <c:numCache>
                <c:formatCode>General</c:formatCode>
                <c:ptCount val="3"/>
                <c:pt idx="0">
                  <c:v>4539</c:v>
                </c:pt>
                <c:pt idx="1">
                  <c:v>5113</c:v>
                </c:pt>
                <c:pt idx="2">
                  <c:v>1864</c:v>
                </c:pt>
              </c:numCache>
            </c:numRef>
          </c:val>
          <c:extLst>
            <c:ext xmlns:c16="http://schemas.microsoft.com/office/drawing/2014/chart" uri="{C3380CC4-5D6E-409C-BE32-E72D297353CC}">
              <c16:uniqueId val="{00000000-2709-4B4E-B725-EBA5CEEFC105}"/>
            </c:ext>
          </c:extLst>
        </c:ser>
        <c:dLbls>
          <c:showLegendKey val="0"/>
          <c:showVal val="1"/>
          <c:showCatName val="0"/>
          <c:showSerName val="0"/>
          <c:showPercent val="0"/>
          <c:showBubbleSize val="0"/>
        </c:dLbls>
        <c:gapWidth val="11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32A3A"/>
                </a:solidFill>
                <a:latin typeface="Lato"/>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98984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Voilà le vrai problème, et il n'est pas technique. Un audit complet, avec son plan d'action, se rejoue tous les trois à quatre ans. Un scan de vulnérabilités, selon la criticité de l'infrastructure, tous les six mois à un an. Une analyse de risques, à fréquence variable, au gré des ateliers.</a:t>
            </a:r>
          </a:p>
          <a:p>
            <a:r>
              <a:rPr lang="fr-FR" dirty="0"/>
              <a:t>[PAUSE] Pendant ce temps, en bas de l'écran, le terrain ne s'arrête jamais : le parc change, les applications changent, les métiers changent, et des vulnérabilités sont publiées tous les jours.</a:t>
            </a:r>
          </a:p>
          <a:p>
            <a:r>
              <a:rPr lang="fr-FR" dirty="0"/>
              <a:t>Conséquence : une cartographie juste le jour de l'audit est déjà fausse un an plus tard. Ce n'est pas qu'elle a été mal faite, c'est qu'elle a vieilli. Et c'est exactement là que le scan et la veille, qui tournent beaucoup plus vite, peuvent prendre le relais et maintenir la cartographie juste entre deux audits. C'est de cet écart de rythme que naît mon projet.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point de départ, observé sur le parc du cabinet : plus de six mille vulnérabilités sur une seule machine de supervision. Aucune équipe ne traite six mille lignes. Et le CVSS, qui est la référence du domaine, ne permet pas de choisir puisqu'il note la faille sans son contexte. Trier par CVSS conduit donc à des priorités qui ne correspondent pas aux enjeux de l'entreprise.</a:t>
            </a:r>
          </a:p>
          <a:p>
            <a:endParaRPr lang="en-US" dirty="0"/>
          </a:p>
          <a:p>
            <a:r>
              <a:rPr dirty="0"/>
              <a:t>— AJOUT v6 —</a:t>
            </a:r>
          </a:p>
          <a:p>
            <a:r>
              <a:rPr dirty="0"/>
              <a:t>Insister : 6 557, </a:t>
            </a:r>
            <a:r>
              <a:rPr dirty="0" err="1"/>
              <a:t>c'est</a:t>
            </a:r>
            <a:r>
              <a:rPr dirty="0"/>
              <a:t> UNE SEULE machine, pas le parc </a:t>
            </a:r>
            <a:r>
              <a:rPr dirty="0" err="1"/>
              <a:t>entier</a:t>
            </a:r>
            <a:r>
              <a:rPr dirty="0"/>
              <a:t>. [PAUSE]</a:t>
            </a:r>
          </a:p>
          <a:p>
            <a:r>
              <a:rPr dirty="0"/>
              <a:t>Le 80/20 : </a:t>
            </a:r>
            <a:r>
              <a:rPr dirty="0" err="1"/>
              <a:t>ces</a:t>
            </a:r>
            <a:r>
              <a:rPr dirty="0"/>
              <a:t> </a:t>
            </a:r>
            <a:r>
              <a:rPr dirty="0" err="1"/>
              <a:t>milliers</a:t>
            </a:r>
            <a:r>
              <a:rPr dirty="0"/>
              <a:t> de </a:t>
            </a:r>
            <a:r>
              <a:rPr dirty="0" err="1"/>
              <a:t>lignes</a:t>
            </a:r>
            <a:r>
              <a:rPr dirty="0"/>
              <a:t> se </a:t>
            </a:r>
            <a:r>
              <a:rPr dirty="0" err="1"/>
              <a:t>concentrent</a:t>
            </a:r>
            <a:r>
              <a:rPr dirty="0"/>
              <a:t> sur </a:t>
            </a:r>
            <a:r>
              <a:rPr dirty="0" err="1"/>
              <a:t>quelques</a:t>
            </a:r>
            <a:r>
              <a:rPr dirty="0"/>
              <a:t> </a:t>
            </a:r>
            <a:r>
              <a:rPr dirty="0" err="1"/>
              <a:t>paquets</a:t>
            </a:r>
            <a:r>
              <a:rPr dirty="0"/>
              <a:t>. Une montée de version de Tomcat, et des </a:t>
            </a:r>
            <a:r>
              <a:rPr dirty="0" err="1"/>
              <a:t>centaines</a:t>
            </a:r>
            <a:r>
              <a:rPr dirty="0"/>
              <a:t> de </a:t>
            </a:r>
            <a:r>
              <a:rPr dirty="0" err="1"/>
              <a:t>lignes</a:t>
            </a:r>
            <a:r>
              <a:rPr dirty="0"/>
              <a:t> </a:t>
            </a:r>
            <a:r>
              <a:rPr dirty="0" err="1"/>
              <a:t>tombent</a:t>
            </a:r>
            <a:r>
              <a:rPr dirty="0"/>
              <a:t> d'un coup. Le </a:t>
            </a:r>
            <a:r>
              <a:rPr dirty="0" err="1"/>
              <a:t>problème</a:t>
            </a:r>
            <a:r>
              <a:rPr dirty="0"/>
              <a:t> </a:t>
            </a:r>
            <a:r>
              <a:rPr dirty="0" err="1"/>
              <a:t>n'est</a:t>
            </a:r>
            <a:r>
              <a:rPr dirty="0"/>
              <a:t> pas le volume, </a:t>
            </a:r>
            <a:r>
              <a:rPr dirty="0" err="1"/>
              <a:t>c'est</a:t>
            </a:r>
            <a:r>
              <a:rPr dirty="0"/>
              <a:t> </a:t>
            </a:r>
            <a:r>
              <a:rPr dirty="0" err="1"/>
              <a:t>l'ordre</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cabinet disposait déjà des trois briques, chacune opérationnelle et isolée : l'inventaire, la détection, la criticité métier. Ce qui manquait n'était pas un outil supplémentaire mais le lien entre les trois. Et ce lien n'existait pas : aucune clé commune, aucun identifiant partagé.</a:t>
            </a:r>
          </a:p>
          <a:p>
            <a:r>
              <a:t>— AJOUT (01/09, après-midi) —</a:t>
            </a:r>
          </a:p>
          <a:p>
            <a:r>
              <a:t>CADRAGE ANSSI, DEUX PHRASES POUR ASSEOIR LE PROPOS : le guide de cartographie du système d'information de l'ANSSI distingue trois visions successives — métier, applicative, infrastructure. iTop et Wazuh décrivent la vision infrastructure : les machines, leurs adresses, leurs vulnérabilités. CISO Assistant porte la vision métier : les activités et leur criticité. Ces deux visions n'avaient jamais été reliées, et c'est ce chaînon que le projet construit.</a:t>
            </a:r>
          </a:p>
          <a:p>
            <a:endParaRPr/>
          </a:p>
          <a:p>
            <a:r>
              <a:t>SI ON ME DEMANDE UNE RÉFÉRENCE EXTERNE SUR LE CONSTAT FINAL : le même guide ANSSI écrit qu'une cartographie n'est utile que si les informations qu'elle contient sont fiables et à jour. Mon constat n'est donc pas un accident de projet, c'est la confirmation d'un principe déjà établi dans la profession — et mon rapport le disait déjà au paragraphe 1.2.1 : la difficulté n'est presque jamais technique, elle tient à la qualité des données et à la rigueur des processus de mise à jour.</a:t>
            </a:r>
          </a:p>
          <a:p>
            <a:endParaRPr/>
          </a:p>
          <a:p>
            <a:r>
              <a:rPr lang="fr-FR" dirty="0"/>
              <a:t>AJOUT (07/09) — SI ON ME DEMANDE L'ORIGINE DES OUTILS : iTop a été choisi avec un autre consultant du cabinet, à l'issue d'un benchmark des solutions ITSM. Wazuh et CISO Assistant préexistaient au projet.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formule reprend celle de 2023 et lui ajoute un terme : la valeur métier portée par l'actif. Le principe est que deux machines également vulnérables ne méritent pas la même urgence si l'une porte une activité facturée et l'autre un environnement de test. Retenez le bloc du bas, qui deviendra important au chapitre 5 : quand la valeur métier manque, le terme est neutre, et cela se voit.</a:t>
            </a:r>
          </a:p>
          <a:p>
            <a:endParaRPr/>
          </a:p>
          <a:p>
            <a:r>
              <a:t>EXEMPLE ORAL (remplace le PC d'accueil) : deux serveurs, même faille critique CVSS 9. L'un héberge le site vitrine — aucune donnée, aucune activité facturée. L'autre le logiciel de paie — données RH, activité facturée, obligation légale. Le CVSS les note pareil ; le métier, non. C'est exactement ce que le terme VM doit capter.</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Voici l'échelle atteinte : soixante-quinze cycles de collecte, plus de cent mille vulnérabilités enregistrées, quatre machines instrumentées.</a:t>
            </a:r>
          </a:p>
          <a:p>
            <a:endParaRPr/>
          </a:p>
          <a:p>
            <a:r>
              <a:t>Je précise le chiffre de quatre : il ne correspond pas au périmètre prévu, il résulte du resserrement décidé après avoir constaté que les référentiels n'étaient pas alimentés au niveau attendu.</a:t>
            </a:r>
          </a:p>
          <a:p>
            <a:endParaRPr/>
          </a:p>
          <a:p>
            <a:r>
              <a:t>À DIRE AVANT LES CAPTURES : les données affichées sont des données de test.</a:t>
            </a:r>
          </a:p>
          <a:p>
            <a:endParaRPr/>
          </a:p>
          <a:p>
            <a:r>
              <a:t>Puis j'enchaîne sur les sept vues du tableau de bord.</a:t>
            </a:r>
          </a:p>
          <a:p>
            <a:endParaRPr/>
          </a:p>
          <a:p>
            <a:r>
              <a:rPr lang="fr-FR" dirty="0"/>
              <a:t>AJOUT (07/09) — L'échantillon de test, le périmètre resserré à 4 machines, a été coordonné avec le maître d'apprentissage, au même titre que le reste des arbitrages de périmètre.</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rapport ne se contente pas de conclure : il prend un engagement, que je cite ici mot pour mot. Ces deux axes sont issus de la recette conduite avec Fadel Ghamlouche et Alexandre Chauvie. Ils étaient écrits, donc dus avant la soutenance. Les slides qui suivent présentent les mesures obtenues.</a:t>
            </a:r>
          </a:p>
          <a:p>
            <a:endParaRPr lang="en-US" dirty="0"/>
          </a:p>
          <a:p>
            <a:r>
              <a:rPr dirty="0"/>
              <a:t>— AJOUT v6 —</a:t>
            </a:r>
          </a:p>
          <a:p>
            <a:r>
              <a:rPr dirty="0" err="1"/>
              <a:t>Annoncer</a:t>
            </a:r>
            <a:r>
              <a:rPr dirty="0"/>
              <a:t> </a:t>
            </a:r>
            <a:r>
              <a:rPr dirty="0" err="1"/>
              <a:t>explicitement</a:t>
            </a:r>
            <a:r>
              <a:rPr dirty="0"/>
              <a:t> le renvoi : « le second axe, </a:t>
            </a:r>
            <a:r>
              <a:rPr dirty="0" err="1"/>
              <a:t>l'affinage</a:t>
            </a:r>
            <a:r>
              <a:rPr dirty="0"/>
              <a:t> de la </a:t>
            </a:r>
            <a:r>
              <a:rPr dirty="0" err="1"/>
              <a:t>valeur</a:t>
            </a:r>
            <a:r>
              <a:rPr dirty="0"/>
              <a:t> métier, je vous montre dans deux slides </a:t>
            </a:r>
            <a:r>
              <a:rPr dirty="0" err="1"/>
              <a:t>ce</a:t>
            </a:r>
            <a:r>
              <a:rPr dirty="0"/>
              <a:t> </a:t>
            </a:r>
            <a:r>
              <a:rPr dirty="0" err="1"/>
              <a:t>que</a:t>
            </a:r>
            <a:r>
              <a:rPr dirty="0"/>
              <a:t> la </a:t>
            </a:r>
            <a:r>
              <a:rPr dirty="0" err="1"/>
              <a:t>mesure</a:t>
            </a:r>
            <a:r>
              <a:rPr dirty="0"/>
              <a:t> </a:t>
            </a:r>
            <a:r>
              <a:rPr dirty="0" err="1"/>
              <a:t>en</a:t>
            </a:r>
            <a:r>
              <a:rPr dirty="0"/>
              <a:t> a </a:t>
            </a:r>
            <a:r>
              <a:rPr dirty="0" err="1"/>
              <a:t>révélé</a:t>
            </a:r>
            <a:r>
              <a:rPr dirty="0"/>
              <a:t>. » Ne pas dire « on y </a:t>
            </a:r>
            <a:r>
              <a:rPr dirty="0" err="1"/>
              <a:t>reviendra</a:t>
            </a:r>
            <a:r>
              <a:rPr dirty="0"/>
              <a:t> plus tard » sans dire </a:t>
            </a:r>
            <a:r>
              <a:rPr dirty="0" err="1"/>
              <a:t>quand</a:t>
            </a:r>
            <a:r>
              <a:rPr dirty="0"/>
              <a:t>.</a:t>
            </a:r>
          </a:p>
          <a:p>
            <a:r>
              <a:rPr dirty="0"/>
              <a:t>L'ancienne formulation « les sept slides </a:t>
            </a:r>
            <a:r>
              <a:rPr dirty="0" err="1"/>
              <a:t>suivantes</a:t>
            </a:r>
            <a:r>
              <a:rPr dirty="0"/>
              <a:t> » est </a:t>
            </a:r>
            <a:r>
              <a:rPr dirty="0" err="1"/>
              <a:t>fausse</a:t>
            </a:r>
            <a:r>
              <a:rPr dirty="0"/>
              <a:t> </a:t>
            </a:r>
            <a:r>
              <a:rPr dirty="0" err="1"/>
              <a:t>depuis</a:t>
            </a:r>
            <a:r>
              <a:rPr dirty="0"/>
              <a:t> la v6 : le </a:t>
            </a:r>
            <a:r>
              <a:rPr dirty="0" err="1"/>
              <a:t>chapitre</a:t>
            </a:r>
            <a:r>
              <a:rPr dirty="0"/>
              <a:t> </a:t>
            </a:r>
            <a:r>
              <a:rPr dirty="0" err="1"/>
              <a:t>en</a:t>
            </a:r>
            <a:r>
              <a:rPr dirty="0"/>
              <a:t> compte cinq.</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principe est simple : la notation est multipliée par un facteur dépendant de l'emplacement réseau. Deux points de conception. D'abord, un emplacement non renseigné donne un facteur neutre, donc je ne dégrade jamais une notation par manque d'information. Ensuite, les facteurs sont dans un fichier de configuration et non dans le code, parce que leur calibrage relève du métier et non du développeur.</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résultat, qui complète le premier. Si le classement des actifs ne bouge pas, plus de la moitié des vulnérabilités changent de niveau de criticité : quatre mille cinq cents redescendent parce qu'elles sont sur le réseau interne protégé, mille huit cents remontent parce qu'elles sont exposées. Et les cent mieux notées restent identiques, ce qui montre que les priorités hautes ne sont pas diluées.</a:t>
            </a:r>
          </a:p>
          <a:p>
            <a:endParaRPr lang="en-US" dirty="0"/>
          </a:p>
          <a:p>
            <a:r>
              <a:rPr dirty="0"/>
              <a:t>— AJOUT v6 —</a:t>
            </a:r>
          </a:p>
          <a:p>
            <a:r>
              <a:rPr dirty="0"/>
              <a:t>Dire </a:t>
            </a:r>
            <a:r>
              <a:rPr dirty="0" err="1"/>
              <a:t>en</a:t>
            </a:r>
            <a:r>
              <a:rPr dirty="0"/>
              <a:t> </a:t>
            </a:r>
            <a:r>
              <a:rPr dirty="0" err="1"/>
              <a:t>une</a:t>
            </a:r>
            <a:r>
              <a:rPr dirty="0"/>
              <a:t> phrase le </a:t>
            </a:r>
            <a:r>
              <a:rPr dirty="0" err="1"/>
              <a:t>résultat</a:t>
            </a:r>
            <a:r>
              <a:rPr dirty="0"/>
              <a:t> passé </a:t>
            </a:r>
            <a:r>
              <a:rPr dirty="0" err="1"/>
              <a:t>en</a:t>
            </a:r>
            <a:r>
              <a:rPr dirty="0"/>
              <a:t> </a:t>
            </a:r>
            <a:r>
              <a:rPr dirty="0" err="1"/>
              <a:t>annexe</a:t>
            </a:r>
            <a:r>
              <a:rPr dirty="0"/>
              <a:t> : le </a:t>
            </a:r>
            <a:r>
              <a:rPr dirty="0" err="1"/>
              <a:t>facteur</a:t>
            </a:r>
            <a:r>
              <a:rPr dirty="0"/>
              <a:t> </a:t>
            </a:r>
            <a:r>
              <a:rPr dirty="0" err="1"/>
              <a:t>d'exposition</a:t>
            </a:r>
            <a:r>
              <a:rPr dirty="0"/>
              <a:t> ne </a:t>
            </a:r>
            <a:r>
              <a:rPr dirty="0" err="1"/>
              <a:t>provoque</a:t>
            </a:r>
            <a:r>
              <a:rPr dirty="0"/>
              <a:t> </a:t>
            </a:r>
            <a:r>
              <a:rPr dirty="0" err="1"/>
              <a:t>aucune</a:t>
            </a:r>
            <a:r>
              <a:rPr dirty="0"/>
              <a:t> inversion dans le </a:t>
            </a:r>
            <a:r>
              <a:rPr dirty="0" err="1"/>
              <a:t>classement</a:t>
            </a:r>
            <a:r>
              <a:rPr dirty="0"/>
              <a:t> des quatre </a:t>
            </a:r>
            <a:r>
              <a:rPr dirty="0" err="1"/>
              <a:t>actifs</a:t>
            </a:r>
            <a:r>
              <a:rPr dirty="0"/>
              <a:t> — </a:t>
            </a:r>
            <a:r>
              <a:rPr dirty="0" err="1"/>
              <a:t>ce</a:t>
            </a:r>
            <a:r>
              <a:rPr dirty="0"/>
              <a:t> qui est exposé est </a:t>
            </a:r>
            <a:r>
              <a:rPr dirty="0" err="1"/>
              <a:t>aussi</a:t>
            </a:r>
            <a:r>
              <a:rPr dirty="0"/>
              <a:t> </a:t>
            </a:r>
            <a:r>
              <a:rPr dirty="0" err="1"/>
              <a:t>ce</a:t>
            </a:r>
            <a:r>
              <a:rPr dirty="0"/>
              <a:t> qui est critique sur </a:t>
            </a:r>
            <a:r>
              <a:rPr dirty="0" err="1"/>
              <a:t>ce</a:t>
            </a:r>
            <a:r>
              <a:rPr dirty="0"/>
              <a:t> parc.</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Et voilà ce que j'en fais concrètement. Le rapport fixait des seuils absolus ; la mesure montre qu'ils saturent sur ce parc, avec 46 % de lignes critiques. Deux lectures sont défendables et le tableau de bord permet de basculer de l'une à l'autre, en affichant en clair laquelle est active. Ce qui ne serait pas défendable, c'est de choisir le profil qui arrange le chiffre du moment.</a:t>
            </a:r>
          </a:p>
          <a:p>
            <a:r>
              <a:rPr lang="en-US" dirty="0"/>
              <a:t>Dernière conséquence de la mesure. La notation classait quarante-six pour cent des lignes en critique, alors que trois pour cent seulement des vulnérabilités sont critiques au sens du CVSS. La médiane tombe à cinquante-neuf pour un seuil fixé à soixante, donc le tri ne discrimine plus. J'ai implémenté deux lectures, absolue et relative, chacune avec sa justification, et le tableau de bord indique laquelle est active.</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Les mesures conduites après la remise ne produisent pas une liste de correctifs mais un ordre de priorité : la donnée d'abord, le périmètre ensuite, la cartographie des risques enfin. La perspective formulée par le cabinet en 2024 disposait d'un cadrage sans réalisation ; ce mémoire en documente la première mise en œuvre, et les prérequis de la suite sont identifiés et chiffrés. Je vous remercie de votre attention.</a:t>
            </a:r>
          </a:p>
          <a:p>
            <a:endParaRPr lang="en-US" dirty="0"/>
          </a:p>
          <a:p>
            <a:r>
              <a:rPr dirty="0"/>
              <a:t>— AJOUT v6 —</a:t>
            </a:r>
          </a:p>
          <a:p>
            <a:r>
              <a:rPr dirty="0"/>
              <a:t>Insister sur le </a:t>
            </a:r>
            <a:r>
              <a:rPr dirty="0" err="1"/>
              <a:t>maintien</a:t>
            </a:r>
            <a:r>
              <a:rPr dirty="0"/>
              <a:t> </a:t>
            </a:r>
            <a:r>
              <a:rPr dirty="0" err="1"/>
              <a:t>en</a:t>
            </a:r>
            <a:r>
              <a:rPr dirty="0"/>
              <a:t> condition </a:t>
            </a:r>
            <a:r>
              <a:rPr dirty="0" err="1"/>
              <a:t>opérationnelle</a:t>
            </a:r>
            <a:r>
              <a:rPr dirty="0"/>
              <a:t> : </a:t>
            </a:r>
            <a:r>
              <a:rPr dirty="0" err="1"/>
              <a:t>l'objectif</a:t>
            </a:r>
            <a:r>
              <a:rPr dirty="0"/>
              <a:t> est de </a:t>
            </a:r>
            <a:r>
              <a:rPr dirty="0" err="1"/>
              <a:t>l'automatiser</a:t>
            </a:r>
            <a:r>
              <a:rPr dirty="0"/>
              <a:t>, de le faire </a:t>
            </a:r>
            <a:r>
              <a:rPr dirty="0" err="1"/>
              <a:t>tourner</a:t>
            </a:r>
            <a:r>
              <a:rPr dirty="0"/>
              <a:t> </a:t>
            </a:r>
            <a:r>
              <a:rPr dirty="0" err="1"/>
              <a:t>en</a:t>
            </a:r>
            <a:r>
              <a:rPr dirty="0"/>
              <a:t> interne, </a:t>
            </a:r>
            <a:r>
              <a:rPr dirty="0" err="1"/>
              <a:t>puis</a:t>
            </a:r>
            <a:r>
              <a:rPr dirty="0"/>
              <a:t> de le proposer aux clients du cabinet. </a:t>
            </a:r>
            <a:r>
              <a:rPr dirty="0" err="1"/>
              <a:t>C'est</a:t>
            </a:r>
            <a:r>
              <a:rPr dirty="0"/>
              <a:t> </a:t>
            </a:r>
            <a:r>
              <a:rPr dirty="0" err="1"/>
              <a:t>ce</a:t>
            </a:r>
            <a:r>
              <a:rPr dirty="0"/>
              <a:t> qui </a:t>
            </a:r>
            <a:r>
              <a:rPr dirty="0" err="1"/>
              <a:t>transforme</a:t>
            </a:r>
            <a:r>
              <a:rPr dirty="0"/>
              <a:t> un </a:t>
            </a:r>
            <a:r>
              <a:rPr dirty="0" err="1"/>
              <a:t>démonstrateur</a:t>
            </a:r>
            <a:r>
              <a:rPr dirty="0"/>
              <a:t> </a:t>
            </a:r>
            <a:r>
              <a:rPr dirty="0" err="1"/>
              <a:t>en</a:t>
            </a:r>
            <a:r>
              <a:rPr dirty="0"/>
              <a:t> </a:t>
            </a:r>
            <a:r>
              <a:rPr dirty="0" err="1"/>
              <a:t>offre</a:t>
            </a:r>
            <a:r>
              <a:rPr dirty="0"/>
              <a:t>.</a:t>
            </a:r>
          </a:p>
          <a:p>
            <a:endParaRPr/>
          </a:p>
          <a:p>
            <a:r>
              <a:rPr lang="fr-FR" dirty="0"/>
              <a:t>AJOUT (07/09) — À dire : la démarche sera installée chez un client du secteur de la production énergétique, en plus de l'extension au reste du parc du cabinet.</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xml"/><Relationship Id="rId5" Type="http://schemas.microsoft.com/office/2007/relationships/hdphoto" Target="../media/hdphoto2.wdp"/><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PB">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PB">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16513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87E0CA09-CF0A-EC00-64C0-467AE150E986}"/>
              </a:ext>
            </a:extLst>
          </p:cNvPr>
          <p:cNvSpPr>
            <a:spLocks noGrp="1"/>
          </p:cNvSpPr>
          <p:nvPr>
            <p:ph type="sldNum" sz="quarter" idx="4"/>
          </p:nvPr>
        </p:nvSpPr>
        <p:spPr>
          <a:xfrm>
            <a:off x="9448800" y="6491818"/>
            <a:ext cx="2743200" cy="366183"/>
          </a:xfrm>
          <a:prstGeom prst="rect">
            <a:avLst/>
          </a:prstGeom>
        </p:spPr>
        <p:txBody>
          <a:bodyPr vert="horz" lIns="91440" tIns="45720" rIns="91440" bIns="45720" rtlCol="0" anchor="ctr"/>
          <a:lstStyle>
            <a:lvl1pPr algn="r">
              <a:defRPr sz="1600">
                <a:solidFill>
                  <a:schemeClr val="tx1">
                    <a:tint val="82000"/>
                  </a:schemeClr>
                </a:solidFill>
              </a:defRPr>
            </a:lvl1pPr>
          </a:lstStyle>
          <a:p>
            <a:fld id="{D70F3056-399D-45FE-B67D-FFE468A2EC23}" type="slidenum">
              <a:rPr lang="fr-FR" smtClean="0"/>
              <a:pPr/>
              <a:t>‹N°›</a:t>
            </a:fld>
            <a:endParaRPr lang="fr-FR" dirty="0"/>
          </a:p>
        </p:txBody>
      </p:sp>
      <p:pic>
        <p:nvPicPr>
          <p:cNvPr id="6" name="Image 0" descr="/home/claude/lpb-logo.png">
            <a:extLst>
              <a:ext uri="{FF2B5EF4-FFF2-40B4-BE49-F238E27FC236}">
                <a16:creationId xmlns:a16="http://schemas.microsoft.com/office/drawing/2014/main" id="{392DA01C-FEE8-E5AD-D89D-091191763811}"/>
              </a:ext>
            </a:extLst>
          </p:cNvPr>
          <p:cNvPicPr>
            <a:picLocks noChangeAspect="1"/>
          </p:cNvPicPr>
          <p:nvPr userDrawn="1"/>
        </p:nvPicPr>
        <p:blipFill>
          <a:blip r:embed="rId2">
            <a:extLst>
              <a:ext uri="{BEBA8EAE-BF5A-486C-A8C5-ECC9F3942E4B}">
                <a14:imgProps xmlns:a14="http://schemas.microsoft.com/office/drawing/2010/main">
                  <a14:imgLayer r:embed="rId3">
                    <a14:imgEffect>
                      <a14:saturation sat="66000"/>
                    </a14:imgEffect>
                  </a14:imgLayer>
                </a14:imgProps>
              </a:ext>
            </a:extLst>
          </a:blip>
          <a:stretch>
            <a:fillRect/>
          </a:stretch>
        </p:blipFill>
        <p:spPr>
          <a:xfrm>
            <a:off x="11709625" y="55592"/>
            <a:ext cx="442248" cy="442248"/>
          </a:xfrm>
          <a:prstGeom prst="rect">
            <a:avLst/>
          </a:prstGeom>
        </p:spPr>
      </p:pic>
      <p:pic>
        <p:nvPicPr>
          <p:cNvPr id="8" name="Picture 2" descr="logo-Crédit-Mutuel - URBAN TRAIL MONTPELLIER">
            <a:extLst>
              <a:ext uri="{FF2B5EF4-FFF2-40B4-BE49-F238E27FC236}">
                <a16:creationId xmlns:a16="http://schemas.microsoft.com/office/drawing/2014/main" id="{312D333A-A9A2-97DA-E9A4-AAB1A5C5AEDB}"/>
              </a:ext>
            </a:extLst>
          </p:cNvPr>
          <p:cNvPicPr>
            <a:picLocks noChangeAspect="1" noChangeArrowheads="1"/>
          </p:cNvPicPr>
          <p:nvPr userDrawn="1"/>
        </p:nvPicPr>
        <p:blipFill>
          <a:blip r:embed="rId4">
            <a:extLst>
              <a:ext uri="{BEBA8EAE-BF5A-486C-A8C5-ECC9F3942E4B}">
                <a14:imgProps xmlns:a14="http://schemas.microsoft.com/office/drawing/2010/main">
                  <a14:imgLayer r:embed="rId5">
                    <a14:imgEffect>
                      <a14:saturation sat="66000"/>
                    </a14:imgEffect>
                  </a14:imgLayer>
                </a14:imgProps>
              </a:ext>
              <a:ext uri="{28A0092B-C50C-407E-A947-70E740481C1C}">
                <a14:useLocalDpi xmlns:a14="http://schemas.microsoft.com/office/drawing/2010/main" val="0"/>
              </a:ext>
            </a:extLst>
          </a:blip>
          <a:srcRect/>
          <a:stretch>
            <a:fillRect/>
          </a:stretch>
        </p:blipFill>
        <p:spPr bwMode="auto">
          <a:xfrm>
            <a:off x="10985870" y="55592"/>
            <a:ext cx="603065" cy="4422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11740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3" name="Espace réservé du numéro de diapositive 4">
            <a:extLst>
              <a:ext uri="{FF2B5EF4-FFF2-40B4-BE49-F238E27FC236}">
                <a16:creationId xmlns:a16="http://schemas.microsoft.com/office/drawing/2014/main" id="{E5E2ED2B-87CF-55FA-CE29-FAA7AD5D7285}"/>
              </a:ext>
            </a:extLst>
          </p:cNvPr>
          <p:cNvSpPr>
            <a:spLocks noGrp="1"/>
          </p:cNvSpPr>
          <p:nvPr>
            <p:ph type="sldNum" sz="quarter" idx="4"/>
          </p:nvPr>
        </p:nvSpPr>
        <p:spPr>
          <a:xfrm>
            <a:off x="9448800" y="6491818"/>
            <a:ext cx="2743200" cy="366183"/>
          </a:xfrm>
          <a:prstGeom prst="rect">
            <a:avLst/>
          </a:prstGeom>
        </p:spPr>
        <p:txBody>
          <a:bodyPr vert="horz" lIns="91440" tIns="45720" rIns="91440" bIns="45720" rtlCol="0" anchor="ctr"/>
          <a:lstStyle>
            <a:lvl1pPr algn="r">
              <a:defRPr sz="1600">
                <a:solidFill>
                  <a:schemeClr val="tx1">
                    <a:tint val="82000"/>
                  </a:schemeClr>
                </a:solidFill>
              </a:defRPr>
            </a:lvl1pPr>
          </a:lstStyle>
          <a:p>
            <a:fld id="{D70F3056-399D-45FE-B67D-FFE468A2EC23}" type="slidenum">
              <a:rPr lang="fr-FR" smtClean="0"/>
              <a:pPr/>
              <a:t>‹N°›</a:t>
            </a:fld>
            <a:endParaRPr lang="fr-FR" dirty="0"/>
          </a:p>
        </p:txBody>
      </p:sp>
    </p:spTree>
    <p:extLst>
      <p:ext uri="{BB962C8B-B14F-4D97-AF65-F5344CB8AC3E}">
        <p14:creationId xmlns:p14="http://schemas.microsoft.com/office/powerpoint/2010/main" val="272545754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 id="2147483649" r:id="rId2"/>
    <p:sldLayoutId id="2147483650" r:id="rId3"/>
    <p:sldLayoutId id="2147483657" r:id="rId4"/>
    <p:sldLayoutId id="2147483658" r:id="rId5"/>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63804753"/>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Lst>
  <p:hf hdr="0" ftr="0" dt="0"/>
  <p:txStyles>
    <p:titleStyle>
      <a:lvl1pPr algn="ctr" defTabSz="1219170"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58368" y="146304"/>
            <a:ext cx="10874959" cy="256032"/>
          </a:xfrm>
          <a:prstGeom prst="rect">
            <a:avLst/>
          </a:prstGeom>
          <a:noFill/>
          <a:ln/>
        </p:spPr>
        <p:txBody>
          <a:bodyPr wrap="square" lIns="0" tIns="0" rIns="0" bIns="0" rtlCol="0" anchor="ctr"/>
          <a:lstStyle/>
          <a:p>
            <a:pPr marL="0" indent="0">
              <a:buNone/>
            </a:pPr>
            <a:r>
              <a:rPr lang="fr-FR" sz="1100" b="1" kern="0" spc="220" dirty="0">
                <a:solidFill>
                  <a:srgbClr val="C5A55A"/>
                </a:solidFill>
                <a:latin typeface="Lato" pitchFamily="34" charset="0"/>
              </a:rPr>
              <a:t>LE RYTHME DE MISE À JOUR</a:t>
            </a:r>
          </a:p>
        </p:txBody>
      </p:sp>
      <p:sp>
        <p:nvSpPr>
          <p:cNvPr id="3" name="Text 1"/>
          <p:cNvSpPr txBox="1"/>
          <p:nvPr/>
        </p:nvSpPr>
        <p:spPr>
          <a:xfrm>
            <a:off x="658368" y="420624"/>
            <a:ext cx="10874959" cy="658368"/>
          </a:xfrm>
          <a:prstGeom prst="rect">
            <a:avLst/>
          </a:prstGeom>
          <a:noFill/>
          <a:ln/>
        </p:spPr>
        <p:txBody>
          <a:bodyPr wrap="square" lIns="0" tIns="0" rIns="0" bIns="0" rtlCol="0" anchor="t"/>
          <a:lstStyle/>
          <a:p>
            <a:pPr marL="0" indent="0">
              <a:buNone/>
            </a:pPr>
            <a:r>
              <a:rPr lang="fr-FR" sz="3000" b="1" dirty="0">
                <a:solidFill>
                  <a:srgbClr val="1B2A4A"/>
                </a:solidFill>
                <a:latin typeface="Lato" pitchFamily="34" charset="0"/>
              </a:rPr>
              <a:t>Un mouvement continu</a:t>
            </a:r>
          </a:p>
        </p:txBody>
      </p:sp>
      <p:sp>
        <p:nvSpPr>
          <p:cNvPr id="910" name="TextBox 910"/>
          <p:cNvSpPr txBox="1"/>
          <p:nvPr/>
        </p:nvSpPr>
        <p:spPr>
          <a:xfrm>
            <a:off x="2400000" y="1430000"/>
            <a:ext cx="1000000" cy="200000"/>
          </a:xfrm>
          <a:prstGeom prst="rect">
            <a:avLst/>
          </a:prstGeom>
          <a:noFill/>
        </p:spPr>
        <p:txBody>
          <a:bodyPr wrap="square" lIns="0" tIns="0" rIns="0" bIns="0" anchor="t">
            <a:spAutoFit/>
          </a:bodyPr>
          <a:lstStyle/>
          <a:p>
            <a:pPr algn="ctr">
              <a:buNone/>
            </a:pPr>
            <a:r>
              <a:rPr lang="fr-FR" sz="900" b="0" i="0" dirty="0">
                <a:solidFill>
                  <a:srgbClr val="4A5568"/>
                </a:solidFill>
                <a:latin typeface="Lato" pitchFamily="34" charset="0"/>
                <a:cs typeface="Lato" pitchFamily="34" charset="0"/>
              </a:rPr>
              <a:t>aujourd'hui</a:t>
            </a:r>
          </a:p>
        </p:txBody>
      </p:sp>
      <p:sp>
        <p:nvSpPr>
          <p:cNvPr id="911" name="TextBox 911"/>
          <p:cNvSpPr txBox="1"/>
          <p:nvPr/>
        </p:nvSpPr>
        <p:spPr>
          <a:xfrm>
            <a:off x="4558332" y="1430000"/>
            <a:ext cx="1000000" cy="200000"/>
          </a:xfrm>
          <a:prstGeom prst="rect">
            <a:avLst/>
          </a:prstGeom>
          <a:noFill/>
        </p:spPr>
        <p:txBody>
          <a:bodyPr wrap="square" lIns="0" tIns="0" rIns="0" bIns="0" anchor="t">
            <a:spAutoFit/>
          </a:bodyPr>
          <a:lstStyle/>
          <a:p>
            <a:pPr algn="ctr">
              <a:buNone/>
            </a:pPr>
            <a:r>
              <a:rPr lang="fr-FR" sz="900" b="0" i="0" dirty="0">
                <a:solidFill>
                  <a:srgbClr val="4A5568"/>
                </a:solidFill>
                <a:latin typeface="Lato" pitchFamily="34" charset="0"/>
                <a:cs typeface="Lato" pitchFamily="34" charset="0"/>
              </a:rPr>
              <a:t>+ 1 an</a:t>
            </a:r>
          </a:p>
        </p:txBody>
      </p:sp>
      <p:sp>
        <p:nvSpPr>
          <p:cNvPr id="912" name="TextBox 912"/>
          <p:cNvSpPr txBox="1"/>
          <p:nvPr/>
        </p:nvSpPr>
        <p:spPr>
          <a:xfrm>
            <a:off x="6716664" y="1430000"/>
            <a:ext cx="1000000" cy="200000"/>
          </a:xfrm>
          <a:prstGeom prst="rect">
            <a:avLst/>
          </a:prstGeom>
          <a:noFill/>
        </p:spPr>
        <p:txBody>
          <a:bodyPr wrap="square" lIns="0" tIns="0" rIns="0" bIns="0" anchor="t">
            <a:spAutoFit/>
          </a:bodyPr>
          <a:lstStyle/>
          <a:p>
            <a:pPr algn="ctr">
              <a:buNone/>
            </a:pPr>
            <a:r>
              <a:rPr lang="fr-FR" sz="900" b="0" i="0" dirty="0">
                <a:solidFill>
                  <a:srgbClr val="4A5568"/>
                </a:solidFill>
                <a:latin typeface="Lato" pitchFamily="34" charset="0"/>
                <a:cs typeface="Lato" pitchFamily="34" charset="0"/>
              </a:rPr>
              <a:t>+ 2 ans</a:t>
            </a:r>
          </a:p>
        </p:txBody>
      </p:sp>
      <p:sp>
        <p:nvSpPr>
          <p:cNvPr id="913" name="TextBox 913"/>
          <p:cNvSpPr txBox="1"/>
          <p:nvPr/>
        </p:nvSpPr>
        <p:spPr>
          <a:xfrm>
            <a:off x="8874996" y="1430000"/>
            <a:ext cx="1000000" cy="200000"/>
          </a:xfrm>
          <a:prstGeom prst="rect">
            <a:avLst/>
          </a:prstGeom>
          <a:noFill/>
        </p:spPr>
        <p:txBody>
          <a:bodyPr wrap="square" lIns="0" tIns="0" rIns="0" bIns="0" anchor="t">
            <a:spAutoFit/>
          </a:bodyPr>
          <a:lstStyle/>
          <a:p>
            <a:pPr algn="ctr">
              <a:buNone/>
            </a:pPr>
            <a:r>
              <a:rPr lang="fr-FR" sz="900" b="0" i="0" dirty="0">
                <a:solidFill>
                  <a:srgbClr val="4A5568"/>
                </a:solidFill>
                <a:latin typeface="Lato" pitchFamily="34" charset="0"/>
                <a:cs typeface="Lato" pitchFamily="34" charset="0"/>
              </a:rPr>
              <a:t>+ 3 ans</a:t>
            </a:r>
          </a:p>
        </p:txBody>
      </p:sp>
      <p:sp>
        <p:nvSpPr>
          <p:cNvPr id="914" name="TextBox 914"/>
          <p:cNvSpPr txBox="1"/>
          <p:nvPr/>
        </p:nvSpPr>
        <p:spPr>
          <a:xfrm>
            <a:off x="10533328" y="1430000"/>
            <a:ext cx="1000000" cy="200000"/>
          </a:xfrm>
          <a:prstGeom prst="rect">
            <a:avLst/>
          </a:prstGeom>
          <a:noFill/>
        </p:spPr>
        <p:txBody>
          <a:bodyPr wrap="square" lIns="0" tIns="0" rIns="0" bIns="0" anchor="t">
            <a:spAutoFit/>
          </a:bodyPr>
          <a:lstStyle/>
          <a:p>
            <a:pPr algn="r">
              <a:buNone/>
            </a:pPr>
            <a:r>
              <a:rPr lang="fr-FR" sz="900" b="0" i="0" dirty="0">
                <a:solidFill>
                  <a:srgbClr val="4A5568"/>
                </a:solidFill>
                <a:latin typeface="Lato" pitchFamily="34" charset="0"/>
                <a:cs typeface="Lato" pitchFamily="34" charset="0"/>
              </a:rPr>
              <a:t>+ 4 ans</a:t>
            </a:r>
          </a:p>
        </p:txBody>
      </p:sp>
      <p:sp>
        <p:nvSpPr>
          <p:cNvPr id="915" name="Shape 915"/>
          <p:cNvSpPr/>
          <p:nvPr/>
        </p:nvSpPr>
        <p:spPr>
          <a:xfrm>
            <a:off x="2900000" y="1880000"/>
            <a:ext cx="8633328" cy="40000"/>
          </a:xfrm>
          <a:prstGeom prst="rect">
            <a:avLst/>
          </a:prstGeom>
          <a:solidFill>
            <a:srgbClr val="EDEFF3"/>
          </a:solidFill>
          <a:ln>
            <a:noFill/>
          </a:ln>
        </p:spPr>
        <p:txBody>
          <a:bodyPr rtlCol="0" anchor="ctr"/>
          <a:lstStyle/>
          <a:p>
            <a:endParaRPr/>
          </a:p>
        </p:txBody>
      </p:sp>
      <p:sp>
        <p:nvSpPr>
          <p:cNvPr id="916" name="TextBox 916"/>
          <p:cNvSpPr txBox="1"/>
          <p:nvPr/>
        </p:nvSpPr>
        <p:spPr>
          <a:xfrm>
            <a:off x="658368" y="1690000"/>
            <a:ext cx="2100000" cy="220000"/>
          </a:xfrm>
          <a:prstGeom prst="rect">
            <a:avLst/>
          </a:prstGeom>
          <a:noFill/>
        </p:spPr>
        <p:txBody>
          <a:bodyPr wrap="square" lIns="0" tIns="0" rIns="0" bIns="0" anchor="t">
            <a:spAutoFit/>
          </a:bodyPr>
          <a:lstStyle/>
          <a:p>
            <a:pPr algn="l">
              <a:buNone/>
            </a:pPr>
            <a:r>
              <a:rPr lang="fr-FR" sz="1150" b="1" i="0" dirty="0">
                <a:solidFill>
                  <a:srgbClr val="1B2A4A"/>
                </a:solidFill>
                <a:latin typeface="Lato" pitchFamily="34" charset="0"/>
                <a:cs typeface="Lato" pitchFamily="34" charset="0"/>
              </a:rPr>
              <a:t>Audit ISO 27002</a:t>
            </a:r>
          </a:p>
        </p:txBody>
      </p:sp>
      <p:sp>
        <p:nvSpPr>
          <p:cNvPr id="917" name="TextBox 917"/>
          <p:cNvSpPr txBox="1"/>
          <p:nvPr/>
        </p:nvSpPr>
        <p:spPr>
          <a:xfrm>
            <a:off x="658368" y="1930000"/>
            <a:ext cx="2100000" cy="200000"/>
          </a:xfrm>
          <a:prstGeom prst="rect">
            <a:avLst/>
          </a:prstGeom>
          <a:noFill/>
        </p:spPr>
        <p:txBody>
          <a:bodyPr wrap="square" lIns="0" tIns="0" rIns="0" bIns="0" anchor="t">
            <a:spAutoFit/>
          </a:bodyPr>
          <a:lstStyle/>
          <a:p>
            <a:pPr algn="l">
              <a:buNone/>
            </a:pPr>
            <a:r>
              <a:rPr lang="fr-FR" sz="950" b="0" i="0" dirty="0">
                <a:solidFill>
                  <a:srgbClr val="4A5568"/>
                </a:solidFill>
                <a:latin typeface="Lato" pitchFamily="34" charset="0"/>
                <a:cs typeface="Lato" pitchFamily="34" charset="0"/>
              </a:rPr>
              <a:t>tous les 3 à 4 ans</a:t>
            </a:r>
          </a:p>
        </p:txBody>
      </p:sp>
      <p:sp>
        <p:nvSpPr>
          <p:cNvPr id="918" name="Shape 918"/>
          <p:cNvSpPr/>
          <p:nvPr/>
        </p:nvSpPr>
        <p:spPr>
          <a:xfrm>
            <a:off x="2815000" y="1815000"/>
            <a:ext cx="170000" cy="170000"/>
          </a:xfrm>
          <a:prstGeom prst="ellipse">
            <a:avLst/>
          </a:prstGeom>
          <a:solidFill>
            <a:srgbClr val="1B2A4A"/>
          </a:solidFill>
          <a:ln>
            <a:noFill/>
          </a:ln>
        </p:spPr>
        <p:txBody>
          <a:bodyPr rtlCol="0" anchor="ctr"/>
          <a:lstStyle/>
          <a:p>
            <a:endParaRPr/>
          </a:p>
        </p:txBody>
      </p:sp>
      <p:sp>
        <p:nvSpPr>
          <p:cNvPr id="919" name="Shape 919"/>
          <p:cNvSpPr/>
          <p:nvPr/>
        </p:nvSpPr>
        <p:spPr>
          <a:xfrm>
            <a:off x="10369162" y="1815000"/>
            <a:ext cx="170000" cy="170000"/>
          </a:xfrm>
          <a:prstGeom prst="ellipse">
            <a:avLst/>
          </a:prstGeom>
          <a:solidFill>
            <a:srgbClr val="1B2A4A"/>
          </a:solidFill>
          <a:ln>
            <a:noFill/>
          </a:ln>
        </p:spPr>
        <p:txBody>
          <a:bodyPr rtlCol="0" anchor="ctr"/>
          <a:lstStyle/>
          <a:p>
            <a:endParaRPr/>
          </a:p>
        </p:txBody>
      </p:sp>
      <p:sp>
        <p:nvSpPr>
          <p:cNvPr id="920" name="Shape 920"/>
          <p:cNvSpPr/>
          <p:nvPr/>
        </p:nvSpPr>
        <p:spPr>
          <a:xfrm>
            <a:off x="2900000" y="2580000"/>
            <a:ext cx="8633328" cy="40000"/>
          </a:xfrm>
          <a:prstGeom prst="rect">
            <a:avLst/>
          </a:prstGeom>
          <a:solidFill>
            <a:srgbClr val="EDEFF3"/>
          </a:solidFill>
          <a:ln>
            <a:noFill/>
          </a:ln>
        </p:spPr>
        <p:txBody>
          <a:bodyPr rtlCol="0" anchor="ctr"/>
          <a:lstStyle/>
          <a:p>
            <a:endParaRPr/>
          </a:p>
        </p:txBody>
      </p:sp>
      <p:sp>
        <p:nvSpPr>
          <p:cNvPr id="921" name="TextBox 921"/>
          <p:cNvSpPr txBox="1"/>
          <p:nvPr/>
        </p:nvSpPr>
        <p:spPr>
          <a:xfrm>
            <a:off x="658368" y="2390000"/>
            <a:ext cx="2100000" cy="220000"/>
          </a:xfrm>
          <a:prstGeom prst="rect">
            <a:avLst/>
          </a:prstGeom>
          <a:noFill/>
        </p:spPr>
        <p:txBody>
          <a:bodyPr wrap="square" lIns="0" tIns="0" rIns="0" bIns="0" anchor="t">
            <a:spAutoFit/>
          </a:bodyPr>
          <a:lstStyle/>
          <a:p>
            <a:pPr algn="l">
              <a:buNone/>
            </a:pPr>
            <a:r>
              <a:rPr lang="fr-FR" sz="1150" b="1" i="0" dirty="0">
                <a:solidFill>
                  <a:srgbClr val="1B2A4A"/>
                </a:solidFill>
                <a:latin typeface="Lato" pitchFamily="34" charset="0"/>
                <a:cs typeface="Lato" pitchFamily="34" charset="0"/>
              </a:rPr>
              <a:t>Scan du parc</a:t>
            </a:r>
          </a:p>
        </p:txBody>
      </p:sp>
      <p:sp>
        <p:nvSpPr>
          <p:cNvPr id="922" name="TextBox 922"/>
          <p:cNvSpPr txBox="1"/>
          <p:nvPr/>
        </p:nvSpPr>
        <p:spPr>
          <a:xfrm>
            <a:off x="658368" y="2630000"/>
            <a:ext cx="2100000" cy="200000"/>
          </a:xfrm>
          <a:prstGeom prst="rect">
            <a:avLst/>
          </a:prstGeom>
          <a:noFill/>
        </p:spPr>
        <p:txBody>
          <a:bodyPr wrap="square" lIns="0" tIns="0" rIns="0" bIns="0" anchor="t">
            <a:spAutoFit/>
          </a:bodyPr>
          <a:lstStyle/>
          <a:p>
            <a:pPr algn="l">
              <a:buNone/>
            </a:pPr>
            <a:r>
              <a:rPr lang="fr-FR" sz="950" b="0" i="0" dirty="0">
                <a:solidFill>
                  <a:srgbClr val="4A5568"/>
                </a:solidFill>
                <a:latin typeface="Lato" pitchFamily="34" charset="0"/>
                <a:cs typeface="Lato" pitchFamily="34" charset="0"/>
              </a:rPr>
              <a:t>tous les 6 mois à 1 an</a:t>
            </a:r>
          </a:p>
        </p:txBody>
      </p:sp>
      <p:sp>
        <p:nvSpPr>
          <p:cNvPr id="923" name="Shape 923"/>
          <p:cNvSpPr/>
          <p:nvPr/>
        </p:nvSpPr>
        <p:spPr>
          <a:xfrm>
            <a:off x="2815000" y="2515000"/>
            <a:ext cx="170000" cy="170000"/>
          </a:xfrm>
          <a:prstGeom prst="ellipse">
            <a:avLst/>
          </a:prstGeom>
          <a:solidFill>
            <a:srgbClr val="1B2A4A"/>
          </a:solidFill>
          <a:ln>
            <a:noFill/>
          </a:ln>
        </p:spPr>
        <p:txBody>
          <a:bodyPr rtlCol="0" anchor="ctr"/>
          <a:lstStyle/>
          <a:p>
            <a:endParaRPr/>
          </a:p>
        </p:txBody>
      </p:sp>
      <p:sp>
        <p:nvSpPr>
          <p:cNvPr id="924" name="Shape 924"/>
          <p:cNvSpPr/>
          <p:nvPr/>
        </p:nvSpPr>
        <p:spPr>
          <a:xfrm>
            <a:off x="4433749" y="2515000"/>
            <a:ext cx="170000" cy="170000"/>
          </a:xfrm>
          <a:prstGeom prst="ellipse">
            <a:avLst/>
          </a:prstGeom>
          <a:solidFill>
            <a:srgbClr val="1B2A4A"/>
          </a:solidFill>
          <a:ln>
            <a:noFill/>
          </a:ln>
        </p:spPr>
        <p:txBody>
          <a:bodyPr rtlCol="0" anchor="ctr"/>
          <a:lstStyle/>
          <a:p>
            <a:endParaRPr/>
          </a:p>
        </p:txBody>
      </p:sp>
      <p:sp>
        <p:nvSpPr>
          <p:cNvPr id="925" name="Shape 925"/>
          <p:cNvSpPr/>
          <p:nvPr/>
        </p:nvSpPr>
        <p:spPr>
          <a:xfrm>
            <a:off x="6052498" y="2515000"/>
            <a:ext cx="170000" cy="170000"/>
          </a:xfrm>
          <a:prstGeom prst="ellipse">
            <a:avLst/>
          </a:prstGeom>
          <a:solidFill>
            <a:srgbClr val="1B2A4A"/>
          </a:solidFill>
          <a:ln>
            <a:noFill/>
          </a:ln>
        </p:spPr>
        <p:txBody>
          <a:bodyPr rtlCol="0" anchor="ctr"/>
          <a:lstStyle/>
          <a:p>
            <a:endParaRPr/>
          </a:p>
        </p:txBody>
      </p:sp>
      <p:sp>
        <p:nvSpPr>
          <p:cNvPr id="926" name="Shape 926"/>
          <p:cNvSpPr/>
          <p:nvPr/>
        </p:nvSpPr>
        <p:spPr>
          <a:xfrm>
            <a:off x="7671247" y="2515000"/>
            <a:ext cx="170000" cy="170000"/>
          </a:xfrm>
          <a:prstGeom prst="ellipse">
            <a:avLst/>
          </a:prstGeom>
          <a:solidFill>
            <a:srgbClr val="1B2A4A"/>
          </a:solidFill>
          <a:ln>
            <a:noFill/>
          </a:ln>
        </p:spPr>
        <p:txBody>
          <a:bodyPr rtlCol="0" anchor="ctr"/>
          <a:lstStyle/>
          <a:p>
            <a:endParaRPr/>
          </a:p>
        </p:txBody>
      </p:sp>
      <p:sp>
        <p:nvSpPr>
          <p:cNvPr id="927" name="Shape 927"/>
          <p:cNvSpPr/>
          <p:nvPr/>
        </p:nvSpPr>
        <p:spPr>
          <a:xfrm>
            <a:off x="9289996" y="2515000"/>
            <a:ext cx="170000" cy="170000"/>
          </a:xfrm>
          <a:prstGeom prst="ellipse">
            <a:avLst/>
          </a:prstGeom>
          <a:solidFill>
            <a:srgbClr val="1B2A4A"/>
          </a:solidFill>
          <a:ln>
            <a:noFill/>
          </a:ln>
        </p:spPr>
        <p:txBody>
          <a:bodyPr rtlCol="0" anchor="ctr"/>
          <a:lstStyle/>
          <a:p>
            <a:endParaRPr/>
          </a:p>
        </p:txBody>
      </p:sp>
      <p:sp>
        <p:nvSpPr>
          <p:cNvPr id="928" name="Shape 928"/>
          <p:cNvSpPr/>
          <p:nvPr/>
        </p:nvSpPr>
        <p:spPr>
          <a:xfrm>
            <a:off x="10908745" y="2515000"/>
            <a:ext cx="170000" cy="170000"/>
          </a:xfrm>
          <a:prstGeom prst="ellipse">
            <a:avLst/>
          </a:prstGeom>
          <a:solidFill>
            <a:srgbClr val="1B2A4A"/>
          </a:solidFill>
          <a:ln>
            <a:noFill/>
          </a:ln>
        </p:spPr>
        <p:txBody>
          <a:bodyPr rtlCol="0" anchor="ctr"/>
          <a:lstStyle/>
          <a:p>
            <a:endParaRPr/>
          </a:p>
        </p:txBody>
      </p:sp>
      <p:sp>
        <p:nvSpPr>
          <p:cNvPr id="929" name="Shape 929"/>
          <p:cNvSpPr/>
          <p:nvPr/>
        </p:nvSpPr>
        <p:spPr>
          <a:xfrm>
            <a:off x="2900000" y="3280000"/>
            <a:ext cx="8633328" cy="40000"/>
          </a:xfrm>
          <a:prstGeom prst="rect">
            <a:avLst/>
          </a:prstGeom>
          <a:solidFill>
            <a:srgbClr val="EDEFF3"/>
          </a:solidFill>
          <a:ln>
            <a:noFill/>
          </a:ln>
        </p:spPr>
        <p:txBody>
          <a:bodyPr rtlCol="0" anchor="ctr"/>
          <a:lstStyle/>
          <a:p>
            <a:endParaRPr/>
          </a:p>
        </p:txBody>
      </p:sp>
      <p:sp>
        <p:nvSpPr>
          <p:cNvPr id="930" name="TextBox 930"/>
          <p:cNvSpPr txBox="1"/>
          <p:nvPr/>
        </p:nvSpPr>
        <p:spPr>
          <a:xfrm>
            <a:off x="658368" y="3090000"/>
            <a:ext cx="2100000" cy="220000"/>
          </a:xfrm>
          <a:prstGeom prst="rect">
            <a:avLst/>
          </a:prstGeom>
          <a:noFill/>
        </p:spPr>
        <p:txBody>
          <a:bodyPr wrap="square" lIns="0" tIns="0" rIns="0" bIns="0" anchor="t">
            <a:spAutoFit/>
          </a:bodyPr>
          <a:lstStyle/>
          <a:p>
            <a:pPr algn="l">
              <a:buNone/>
            </a:pPr>
            <a:r>
              <a:rPr lang="fr-FR" sz="1150" b="1" i="0" dirty="0">
                <a:solidFill>
                  <a:srgbClr val="1B2A4A"/>
                </a:solidFill>
                <a:latin typeface="Lato" pitchFamily="34" charset="0"/>
                <a:cs typeface="Lato" pitchFamily="34" charset="0"/>
              </a:rPr>
              <a:t>Analyse de risques</a:t>
            </a:r>
          </a:p>
        </p:txBody>
      </p:sp>
      <p:sp>
        <p:nvSpPr>
          <p:cNvPr id="931" name="TextBox 931"/>
          <p:cNvSpPr txBox="1"/>
          <p:nvPr/>
        </p:nvSpPr>
        <p:spPr>
          <a:xfrm>
            <a:off x="658368" y="3330000"/>
            <a:ext cx="2100000" cy="200000"/>
          </a:xfrm>
          <a:prstGeom prst="rect">
            <a:avLst/>
          </a:prstGeom>
          <a:noFill/>
        </p:spPr>
        <p:txBody>
          <a:bodyPr wrap="square" lIns="0" tIns="0" rIns="0" bIns="0" anchor="t">
            <a:spAutoFit/>
          </a:bodyPr>
          <a:lstStyle/>
          <a:p>
            <a:pPr algn="l">
              <a:buNone/>
            </a:pPr>
            <a:r>
              <a:rPr lang="fr-FR" sz="950" b="0" i="0" dirty="0">
                <a:solidFill>
                  <a:srgbClr val="4A5568"/>
                </a:solidFill>
                <a:latin typeface="Lato" pitchFamily="34" charset="0"/>
                <a:cs typeface="Lato" pitchFamily="34" charset="0"/>
              </a:rPr>
              <a:t>à fréquence variable</a:t>
            </a:r>
          </a:p>
        </p:txBody>
      </p:sp>
      <p:sp>
        <p:nvSpPr>
          <p:cNvPr id="932" name="Shape 932"/>
          <p:cNvSpPr/>
          <p:nvPr/>
        </p:nvSpPr>
        <p:spPr>
          <a:xfrm>
            <a:off x="2815000" y="3215000"/>
            <a:ext cx="170000" cy="170000"/>
          </a:xfrm>
          <a:prstGeom prst="ellipse">
            <a:avLst/>
          </a:prstGeom>
          <a:solidFill>
            <a:srgbClr val="1B2A4A"/>
          </a:solidFill>
          <a:ln>
            <a:noFill/>
          </a:ln>
        </p:spPr>
        <p:txBody>
          <a:bodyPr rtlCol="0" anchor="ctr"/>
          <a:lstStyle/>
          <a:p>
            <a:endParaRPr/>
          </a:p>
        </p:txBody>
      </p:sp>
      <p:sp>
        <p:nvSpPr>
          <p:cNvPr id="933" name="Shape 933"/>
          <p:cNvSpPr/>
          <p:nvPr/>
        </p:nvSpPr>
        <p:spPr>
          <a:xfrm>
            <a:off x="5836664" y="3215000"/>
            <a:ext cx="170000" cy="170000"/>
          </a:xfrm>
          <a:prstGeom prst="ellipse">
            <a:avLst/>
          </a:prstGeom>
          <a:solidFill>
            <a:srgbClr val="1B2A4A"/>
          </a:solidFill>
          <a:ln>
            <a:noFill/>
          </a:ln>
        </p:spPr>
        <p:txBody>
          <a:bodyPr rtlCol="0" anchor="ctr"/>
          <a:lstStyle/>
          <a:p>
            <a:endParaRPr/>
          </a:p>
        </p:txBody>
      </p:sp>
      <p:sp>
        <p:nvSpPr>
          <p:cNvPr id="934" name="Shape 934"/>
          <p:cNvSpPr/>
          <p:nvPr/>
        </p:nvSpPr>
        <p:spPr>
          <a:xfrm>
            <a:off x="9505829" y="3215000"/>
            <a:ext cx="170000" cy="170000"/>
          </a:xfrm>
          <a:prstGeom prst="ellipse">
            <a:avLst/>
          </a:prstGeom>
          <a:solidFill>
            <a:srgbClr val="1B2A4A"/>
          </a:solidFill>
          <a:ln>
            <a:noFill/>
          </a:ln>
        </p:spPr>
        <p:txBody>
          <a:bodyPr rtlCol="0" anchor="ctr"/>
          <a:lstStyle/>
          <a:p>
            <a:endParaRPr/>
          </a:p>
        </p:txBody>
      </p:sp>
      <p:sp>
        <p:nvSpPr>
          <p:cNvPr id="935" name="Shape 935"/>
          <p:cNvSpPr/>
          <p:nvPr/>
        </p:nvSpPr>
        <p:spPr>
          <a:xfrm>
            <a:off x="2900000" y="4095000"/>
            <a:ext cx="8633328" cy="110000"/>
          </a:xfrm>
          <a:prstGeom prst="rect">
            <a:avLst/>
          </a:prstGeom>
          <a:solidFill>
            <a:srgbClr val="C5A55A"/>
          </a:solidFill>
          <a:ln>
            <a:noFill/>
          </a:ln>
        </p:spPr>
        <p:txBody>
          <a:bodyPr rtlCol="0" anchor="ctr"/>
          <a:lstStyle/>
          <a:p>
            <a:endParaRPr/>
          </a:p>
        </p:txBody>
      </p:sp>
      <p:sp>
        <p:nvSpPr>
          <p:cNvPr id="936" name="TextBox 936"/>
          <p:cNvSpPr txBox="1"/>
          <p:nvPr/>
        </p:nvSpPr>
        <p:spPr>
          <a:xfrm>
            <a:off x="658368" y="3940000"/>
            <a:ext cx="2100000" cy="220000"/>
          </a:xfrm>
          <a:prstGeom prst="rect">
            <a:avLst/>
          </a:prstGeom>
          <a:noFill/>
        </p:spPr>
        <p:txBody>
          <a:bodyPr wrap="square" lIns="0" tIns="0" rIns="0" bIns="0" anchor="t">
            <a:spAutoFit/>
          </a:bodyPr>
          <a:lstStyle/>
          <a:p>
            <a:pPr algn="l">
              <a:buNone/>
            </a:pPr>
            <a:r>
              <a:rPr lang="fr-FR" sz="1150" b="1" i="0" dirty="0">
                <a:solidFill>
                  <a:srgbClr val="C5A55A"/>
                </a:solidFill>
                <a:latin typeface="Lato" pitchFamily="34" charset="0"/>
                <a:cs typeface="Lato" pitchFamily="34" charset="0"/>
              </a:rPr>
              <a:t>Le terrain</a:t>
            </a:r>
          </a:p>
        </p:txBody>
      </p:sp>
      <p:sp>
        <p:nvSpPr>
          <p:cNvPr id="937" name="TextBox 937"/>
          <p:cNvSpPr txBox="1"/>
          <p:nvPr/>
        </p:nvSpPr>
        <p:spPr>
          <a:xfrm>
            <a:off x="658368" y="4180000"/>
            <a:ext cx="2100000" cy="200000"/>
          </a:xfrm>
          <a:prstGeom prst="rect">
            <a:avLst/>
          </a:prstGeom>
          <a:noFill/>
        </p:spPr>
        <p:txBody>
          <a:bodyPr wrap="square" lIns="0" tIns="0" rIns="0" bIns="0" anchor="t">
            <a:spAutoFit/>
          </a:bodyPr>
          <a:lstStyle/>
          <a:p>
            <a:pPr algn="l">
              <a:buNone/>
            </a:pPr>
            <a:r>
              <a:rPr lang="fr-FR" sz="950" b="0" i="0" dirty="0">
                <a:solidFill>
                  <a:srgbClr val="4A5568"/>
                </a:solidFill>
                <a:latin typeface="Lato" pitchFamily="34" charset="0"/>
                <a:cs typeface="Lato" pitchFamily="34" charset="0"/>
              </a:rPr>
              <a:t>change tous les jours</a:t>
            </a:r>
          </a:p>
        </p:txBody>
      </p:sp>
      <p:sp>
        <p:nvSpPr>
          <p:cNvPr id="938" name="TextBox 938"/>
          <p:cNvSpPr txBox="1"/>
          <p:nvPr/>
        </p:nvSpPr>
        <p:spPr>
          <a:xfrm>
            <a:off x="2900000" y="4280000"/>
            <a:ext cx="8633328" cy="220000"/>
          </a:xfrm>
          <a:prstGeom prst="rect">
            <a:avLst/>
          </a:prstGeom>
          <a:noFill/>
        </p:spPr>
        <p:txBody>
          <a:bodyPr wrap="square" lIns="0" tIns="0" rIns="0" bIns="0" anchor="t">
            <a:spAutoFit/>
          </a:bodyPr>
          <a:lstStyle/>
          <a:p>
            <a:pPr algn="ctr">
              <a:buNone/>
            </a:pPr>
            <a:r>
              <a:rPr lang="fr-FR" sz="950" b="0" i="0" dirty="0">
                <a:solidFill>
                  <a:srgbClr val="4A5568"/>
                </a:solidFill>
                <a:latin typeface="Lato" pitchFamily="34" charset="0"/>
                <a:cs typeface="Lato" pitchFamily="34" charset="0"/>
              </a:rPr>
              <a:t>parc, applications, métiers, vulnérabilités publiées</a:t>
            </a:r>
          </a:p>
        </p:txBody>
      </p:sp>
      <p:sp>
        <p:nvSpPr>
          <p:cNvPr id="939" name="Shape 939"/>
          <p:cNvSpPr/>
          <p:nvPr/>
        </p:nvSpPr>
        <p:spPr>
          <a:xfrm>
            <a:off x="658368" y="4700000"/>
            <a:ext cx="10874959" cy="1050000"/>
          </a:xfrm>
          <a:prstGeom prst="roundRect">
            <a:avLst/>
          </a:prstGeom>
          <a:solidFill>
            <a:srgbClr val="EDEFF3"/>
          </a:solidFill>
          <a:ln>
            <a:noFill/>
          </a:ln>
        </p:spPr>
        <p:txBody>
          <a:bodyPr rtlCol="0" anchor="ctr"/>
          <a:lstStyle/>
          <a:p>
            <a:endParaRPr/>
          </a:p>
        </p:txBody>
      </p:sp>
      <p:sp>
        <p:nvSpPr>
          <p:cNvPr id="940" name="TextBox 940"/>
          <p:cNvSpPr txBox="1"/>
          <p:nvPr/>
        </p:nvSpPr>
        <p:spPr>
          <a:xfrm>
            <a:off x="950976" y="4830000"/>
            <a:ext cx="10290000" cy="220000"/>
          </a:xfrm>
          <a:prstGeom prst="rect">
            <a:avLst/>
          </a:prstGeom>
          <a:noFill/>
        </p:spPr>
        <p:txBody>
          <a:bodyPr wrap="square" lIns="0" tIns="0" rIns="0" bIns="0" anchor="t">
            <a:spAutoFit/>
          </a:bodyPr>
          <a:lstStyle/>
          <a:p>
            <a:pPr algn="l">
              <a:buNone/>
            </a:pPr>
            <a:r>
              <a:rPr lang="fr-FR" sz="1000" b="1" i="0" spc="120" dirty="0">
                <a:solidFill>
                  <a:srgbClr val="C5A55A"/>
                </a:solidFill>
                <a:latin typeface="Lato" pitchFamily="34" charset="0"/>
                <a:cs typeface="Lato" pitchFamily="34" charset="0"/>
              </a:rPr>
              <a:t>CE QUE PRODUIT CET ÉCART DE RYTHME</a:t>
            </a:r>
          </a:p>
        </p:txBody>
      </p:sp>
      <p:sp>
        <p:nvSpPr>
          <p:cNvPr id="941" name="TextBox 941"/>
          <p:cNvSpPr txBox="1"/>
          <p:nvPr/>
        </p:nvSpPr>
        <p:spPr>
          <a:xfrm>
            <a:off x="950976" y="5110000"/>
            <a:ext cx="10290000" cy="560000"/>
          </a:xfrm>
          <a:prstGeom prst="rect">
            <a:avLst/>
          </a:prstGeom>
          <a:noFill/>
        </p:spPr>
        <p:txBody>
          <a:bodyPr wrap="square" lIns="0" tIns="0" rIns="0" bIns="0" anchor="t">
            <a:spAutoFit/>
          </a:bodyPr>
          <a:lstStyle/>
          <a:p>
            <a:pPr algn="l">
              <a:buNone/>
            </a:pPr>
            <a:r>
              <a:rPr lang="fr-FR" sz="1250" b="0" i="0" dirty="0">
                <a:solidFill>
                  <a:srgbClr val="232A3A"/>
                </a:solidFill>
                <a:latin typeface="Lato" pitchFamily="34" charset="0"/>
                <a:cs typeface="Lato" pitchFamily="34" charset="0"/>
              </a:rPr>
              <a:t>Une cartographie juste le jour de l'audit est déjà fausse un an plus tard : le parc a changé, les métiers aussi, les vulnérabilités bien plus vite encore.</a:t>
            </a:r>
          </a:p>
          <a:p>
            <a:pPr algn="l">
              <a:buNone/>
            </a:pPr>
            <a:r>
              <a:rPr lang="fr-FR" sz="1250" b="1" i="0" dirty="0">
                <a:solidFill>
                  <a:srgbClr val="232A3A"/>
                </a:solidFill>
                <a:latin typeface="Lato" pitchFamily="34" charset="0"/>
                <a:cs typeface="Lato" pitchFamily="34" charset="0"/>
              </a:rPr>
              <a:t>Un risque, comme un audit, est évalué à l'instant T : il n'évolue pas seul.</a:t>
            </a:r>
          </a:p>
        </p:txBody>
      </p:sp>
      <p:sp>
        <p:nvSpPr>
          <p:cNvPr id="942" name="Shape 942"/>
          <p:cNvSpPr/>
          <p:nvPr/>
        </p:nvSpPr>
        <p:spPr>
          <a:xfrm>
            <a:off x="658368" y="5870448"/>
            <a:ext cx="10874959" cy="566928"/>
          </a:xfrm>
          <a:prstGeom prst="roundRect">
            <a:avLst/>
          </a:prstGeom>
          <a:solidFill>
            <a:srgbClr val="1B2A4A"/>
          </a:solidFill>
          <a:ln>
            <a:noFill/>
          </a:ln>
        </p:spPr>
        <p:txBody>
          <a:bodyPr rtlCol="0" anchor="ctr"/>
          <a:lstStyle/>
          <a:p>
            <a:endParaRPr/>
          </a:p>
        </p:txBody>
      </p:sp>
      <p:sp>
        <p:nvSpPr>
          <p:cNvPr id="943" name="TextBox 943"/>
          <p:cNvSpPr txBox="1"/>
          <p:nvPr/>
        </p:nvSpPr>
        <p:spPr>
          <a:xfrm>
            <a:off x="914400" y="5870448"/>
            <a:ext cx="10362895" cy="566928"/>
          </a:xfrm>
          <a:prstGeom prst="rect">
            <a:avLst/>
          </a:prstGeom>
          <a:noFill/>
        </p:spPr>
        <p:txBody>
          <a:bodyPr wrap="square" lIns="0" tIns="0" rIns="0" bIns="0" anchor="ctr">
            <a:spAutoFit/>
          </a:bodyPr>
          <a:lstStyle/>
          <a:p>
            <a:pPr algn="l">
              <a:buNone/>
            </a:pPr>
            <a:r>
              <a:rPr lang="fr-FR" sz="1250" b="1" i="0" dirty="0">
                <a:solidFill>
                  <a:srgbClr val="FFFFFF"/>
                </a:solidFill>
                <a:latin typeface="Lato" pitchFamily="34" charset="0"/>
                <a:cs typeface="Lato" pitchFamily="34" charset="0"/>
              </a:rPr>
              <a:t>Seuls le scan et la veille tournent assez vite pour maintenir la cartographie juste entre deux audits.</a:t>
            </a:r>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F9145987-56E7-421D-8635-C9B66FFF722A}" type="slidenum">
              <a:rPr lang="fr-FR" sz="900" b="0">
                <a:solidFill>
                  <a:srgbClr val="4A5568"/>
                </a:solidFill>
                <a:latin typeface="Lato"/>
              </a:rPr>
              <a:t>8</a:t>
            </a:fld>
            <a:endParaRPr lang="fr-FR">
              <a:solidFill>
                <a:srgbClr val="4A5568"/>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1B2A4A"/>
        </a:solidFill>
        <a:effectLst/>
      </p:bgPr>
    </p:bg>
    <p:spTree>
      <p:nvGrpSpPr>
        <p:cNvPr id="1" name=""/>
        <p:cNvGrpSpPr/>
        <p:nvPr/>
      </p:nvGrpSpPr>
      <p:grpSpPr>
        <a:xfrm>
          <a:off x="0" y="0"/>
          <a:ext cx="0" cy="0"/>
          <a:chOff x="0" y="0"/>
          <a:chExt cx="0" cy="0"/>
        </a:xfrm>
      </p:grpSpPr>
      <p:sp>
        <p:nvSpPr>
          <p:cNvPr id="2" name="Text 0"/>
          <p:cNvSpPr txBox="1"/>
          <p:nvPr/>
        </p:nvSpPr>
        <p:spPr>
          <a:xfrm>
            <a:off x="658368" y="969264"/>
            <a:ext cx="5486400" cy="274320"/>
          </a:xfrm>
          <a:prstGeom prst="rect">
            <a:avLst/>
          </a:prstGeom>
          <a:noFill/>
          <a:ln/>
        </p:spPr>
        <p:txBody>
          <a:bodyPr wrap="square" lIns="0" tIns="0" rIns="0" bIns="0" rtlCol="0" anchor="ctr"/>
          <a:lstStyle/>
          <a:p>
            <a:pPr marL="0" indent="0">
              <a:buNone/>
            </a:pPr>
            <a:r>
              <a:rPr lang="en-US" sz="1100" b="1" kern="0" spc="240" dirty="0">
                <a:solidFill>
                  <a:srgbClr val="C5A55A"/>
                </a:solidFill>
                <a:latin typeface="Lato" pitchFamily="34" charset="0"/>
                <a:ea typeface="Lato" pitchFamily="34" charset="-122"/>
                <a:cs typeface="Lato" pitchFamily="34" charset="-120"/>
              </a:rPr>
              <a:t>LE POINT DE DÉPART</a:t>
            </a:r>
            <a:endParaRPr lang="en-US" sz="1100" dirty="0"/>
          </a:p>
        </p:txBody>
      </p:sp>
      <p:sp>
        <p:nvSpPr>
          <p:cNvPr id="3" name="Text 1"/>
          <p:cNvSpPr txBox="1"/>
          <p:nvPr/>
        </p:nvSpPr>
        <p:spPr>
          <a:xfrm>
            <a:off x="603504" y="1316736"/>
            <a:ext cx="5669280" cy="1737360"/>
          </a:xfrm>
          <a:prstGeom prst="rect">
            <a:avLst/>
          </a:prstGeom>
          <a:noFill/>
          <a:ln/>
        </p:spPr>
        <p:txBody>
          <a:bodyPr wrap="square" lIns="0" tIns="0" rIns="0" bIns="0" rtlCol="0" anchor="ctr"/>
          <a:lstStyle/>
          <a:p>
            <a:pPr marL="0" indent="0">
              <a:buNone/>
            </a:pPr>
            <a:r>
              <a:rPr lang="en-US" sz="13200" b="1" u="sng" dirty="0">
                <a:solidFill>
                  <a:srgbClr val="FFFFFF"/>
                </a:solidFill>
                <a:latin typeface="Lato" pitchFamily="34" charset="0"/>
                <a:ea typeface="Lato" pitchFamily="34" charset="-122"/>
                <a:cs typeface="Lato" pitchFamily="34" charset="-120"/>
              </a:rPr>
              <a:t>5 662</a:t>
            </a:r>
            <a:endParaRPr lang="en-US" sz="13200" u="sng" dirty="0"/>
          </a:p>
        </p:txBody>
      </p:sp>
      <p:sp>
        <p:nvSpPr>
          <p:cNvPr id="4" name="Text 2"/>
          <p:cNvSpPr txBox="1"/>
          <p:nvPr/>
        </p:nvSpPr>
        <p:spPr>
          <a:xfrm>
            <a:off x="658368" y="3054096"/>
            <a:ext cx="5029200" cy="548640"/>
          </a:xfrm>
          <a:prstGeom prst="rect">
            <a:avLst/>
          </a:prstGeom>
          <a:noFill/>
          <a:ln/>
        </p:spPr>
        <p:txBody>
          <a:bodyPr wrap="square" lIns="0" tIns="0" rIns="0" bIns="0" rtlCol="0" anchor="ctr"/>
          <a:lstStyle/>
          <a:p>
            <a:pPr marL="0" indent="0">
              <a:lnSpc>
                <a:spcPct val="116000"/>
              </a:lnSpc>
              <a:buNone/>
            </a:pPr>
            <a:r>
              <a:rPr lang="en-US" sz="1500" dirty="0">
                <a:solidFill>
                  <a:srgbClr val="E0CF9E"/>
                </a:solidFill>
                <a:latin typeface="Lato" pitchFamily="34" charset="0"/>
                <a:ea typeface="Lato" pitchFamily="34" charset="-122"/>
                <a:cs typeface="Lato" pitchFamily="34" charset="-120"/>
              </a:rPr>
              <a:t>vulnérabilités sur </a:t>
            </a:r>
            <a:r>
              <a:rPr lang="en-US" sz="1500" b="1" dirty="0">
                <a:solidFill>
                  <a:srgbClr val="E0CF9E"/>
                </a:solidFill>
                <a:latin typeface="Lato" pitchFamily="34" charset="0"/>
                <a:ea typeface="Lato" pitchFamily="34" charset="-122"/>
                <a:cs typeface="Lato" pitchFamily="34" charset="-120"/>
              </a:rPr>
              <a:t>UNE SEULE </a:t>
            </a:r>
            <a:r>
              <a:rPr lang="en-US" sz="1500" dirty="0">
                <a:solidFill>
                  <a:srgbClr val="E0CF9E"/>
                </a:solidFill>
                <a:latin typeface="Lato" pitchFamily="34" charset="0"/>
                <a:ea typeface="Lato" pitchFamily="34" charset="-122"/>
                <a:cs typeface="Lato" pitchFamily="34" charset="-120"/>
              </a:rPr>
              <a:t>machine du parc</a:t>
            </a:r>
            <a:endParaRPr lang="en-US" sz="1500" dirty="0">
              <a:solidFill>
                <a:srgbClr val="E0CF9E"/>
              </a:solidFill>
            </a:endParaRPr>
          </a:p>
        </p:txBody>
      </p:sp>
      <p:sp>
        <p:nvSpPr>
          <p:cNvPr id="950" name="Pareto bar 1"/>
          <p:cNvSpPr/>
          <p:nvPr/>
        </p:nvSpPr>
        <p:spPr>
          <a:xfrm>
            <a:off x="922968" y="3700000"/>
            <a:ext cx="1300000" cy="700000"/>
          </a:xfrm>
          <a:prstGeom prst="rect">
            <a:avLst/>
          </a:prstGeom>
          <a:solidFill>
            <a:srgbClr val="C5A55A"/>
          </a:solidFill>
          <a:ln>
            <a:noFill/>
          </a:ln>
        </p:spPr>
        <p:txBody>
          <a:bodyPr/>
          <a:lstStyle/>
          <a:p>
            <a:endParaRPr lang="fr-FR"/>
          </a:p>
        </p:txBody>
      </p:sp>
      <p:sp>
        <p:nvSpPr>
          <p:cNvPr id="951" name="Pareto label 1"/>
          <p:cNvSpPr txBox="1"/>
          <p:nvPr/>
        </p:nvSpPr>
        <p:spPr>
          <a:xfrm>
            <a:off x="922968" y="4415000"/>
            <a:ext cx="1300000" cy="170000"/>
          </a:xfrm>
          <a:prstGeom prst="rect">
            <a:avLst/>
          </a:prstGeom>
          <a:noFill/>
          <a:ln/>
        </p:spPr>
        <p:txBody>
          <a:bodyPr wrap="square" lIns="0" tIns="0" rIns="0" bIns="0" anchor="t"/>
          <a:lstStyle/>
          <a:p>
            <a:pPr marL="0" indent="0" algn="ctr">
              <a:buNone/>
            </a:pPr>
            <a:r>
              <a:rPr lang="fr-FR" sz="800" dirty="0">
                <a:solidFill>
                  <a:srgbClr val="D5DAE4"/>
                </a:solidFill>
                <a:latin typeface="Lato" pitchFamily="34" charset="0"/>
                <a:cs typeface="Lato" pitchFamily="34" charset="0"/>
              </a:rPr>
              <a:t>linux-image -160</a:t>
            </a:r>
          </a:p>
        </p:txBody>
      </p:sp>
      <p:sp>
        <p:nvSpPr>
          <p:cNvPr id="952" name="Pareto bar 2"/>
          <p:cNvSpPr/>
          <p:nvPr/>
        </p:nvSpPr>
        <p:spPr>
          <a:xfrm>
            <a:off x="2522968" y="3796481"/>
            <a:ext cx="1300000" cy="603519"/>
          </a:xfrm>
          <a:prstGeom prst="rect">
            <a:avLst/>
          </a:prstGeom>
          <a:solidFill>
            <a:srgbClr val="C5A55A"/>
          </a:solidFill>
          <a:ln>
            <a:noFill/>
          </a:ln>
        </p:spPr>
        <p:txBody>
          <a:bodyPr/>
          <a:lstStyle/>
          <a:p>
            <a:endParaRPr lang="fr-FR"/>
          </a:p>
        </p:txBody>
      </p:sp>
      <p:sp>
        <p:nvSpPr>
          <p:cNvPr id="953" name="Pareto label 2"/>
          <p:cNvSpPr txBox="1"/>
          <p:nvPr/>
        </p:nvSpPr>
        <p:spPr>
          <a:xfrm>
            <a:off x="2522968" y="4415000"/>
            <a:ext cx="1300000" cy="170000"/>
          </a:xfrm>
          <a:prstGeom prst="rect">
            <a:avLst/>
          </a:prstGeom>
          <a:noFill/>
          <a:ln/>
        </p:spPr>
        <p:txBody>
          <a:bodyPr wrap="square" lIns="0" tIns="0" rIns="0" bIns="0" anchor="t"/>
          <a:lstStyle/>
          <a:p>
            <a:pPr marL="0" indent="0" algn="ctr">
              <a:buNone/>
            </a:pPr>
            <a:r>
              <a:rPr lang="fr-FR" sz="800" dirty="0">
                <a:solidFill>
                  <a:srgbClr val="D5DAE4"/>
                </a:solidFill>
                <a:latin typeface="Lato" pitchFamily="34" charset="0"/>
                <a:cs typeface="Lato" pitchFamily="34" charset="0"/>
              </a:rPr>
              <a:t>linux-image -176</a:t>
            </a:r>
          </a:p>
        </p:txBody>
      </p:sp>
      <p:sp>
        <p:nvSpPr>
          <p:cNvPr id="954" name="Pareto bar 3"/>
          <p:cNvSpPr/>
          <p:nvPr/>
        </p:nvSpPr>
        <p:spPr>
          <a:xfrm>
            <a:off x="4122968" y="4235051"/>
            <a:ext cx="1300000" cy="164949"/>
          </a:xfrm>
          <a:prstGeom prst="rect">
            <a:avLst/>
          </a:prstGeom>
          <a:solidFill>
            <a:srgbClr val="AEB7C6"/>
          </a:solidFill>
          <a:ln>
            <a:noFill/>
          </a:ln>
        </p:spPr>
        <p:txBody>
          <a:bodyPr/>
          <a:lstStyle/>
          <a:p>
            <a:endParaRPr lang="fr-FR"/>
          </a:p>
        </p:txBody>
      </p:sp>
      <p:sp>
        <p:nvSpPr>
          <p:cNvPr id="955" name="Pareto label 3"/>
          <p:cNvSpPr txBox="1"/>
          <p:nvPr/>
        </p:nvSpPr>
        <p:spPr>
          <a:xfrm>
            <a:off x="4122968" y="4415000"/>
            <a:ext cx="1300000" cy="170000"/>
          </a:xfrm>
          <a:prstGeom prst="rect">
            <a:avLst/>
          </a:prstGeom>
          <a:noFill/>
          <a:ln/>
        </p:spPr>
        <p:txBody>
          <a:bodyPr wrap="square" lIns="0" tIns="0" rIns="0" bIns="0" anchor="t"/>
          <a:lstStyle/>
          <a:p>
            <a:pPr marL="0" indent="0" algn="ctr">
              <a:buNone/>
            </a:pPr>
            <a:r>
              <a:rPr lang="fr-FR" sz="800" dirty="0">
                <a:solidFill>
                  <a:srgbClr val="D5DAE4"/>
                </a:solidFill>
                <a:latin typeface="Lato" pitchFamily="34" charset="0"/>
                <a:cs typeface="Lato" pitchFamily="34" charset="0"/>
              </a:rPr>
              <a:t>136 autres paquets</a:t>
            </a:r>
          </a:p>
        </p:txBody>
      </p:sp>
      <p:sp>
        <p:nvSpPr>
          <p:cNvPr id="956" name="Pareto caption"/>
          <p:cNvSpPr txBox="1"/>
          <p:nvPr/>
        </p:nvSpPr>
        <p:spPr>
          <a:xfrm>
            <a:off x="658368" y="4580000"/>
            <a:ext cx="5029200" cy="250000"/>
          </a:xfrm>
          <a:prstGeom prst="rect">
            <a:avLst/>
          </a:prstGeom>
          <a:noFill/>
          <a:ln/>
        </p:spPr>
        <p:txBody>
          <a:bodyPr wrap="square" lIns="0" tIns="0" rIns="0" bIns="0" anchor="t"/>
          <a:lstStyle/>
          <a:p>
            <a:pPr marL="0" indent="0">
              <a:lnSpc>
                <a:spcPct val="105000"/>
              </a:lnSpc>
              <a:buNone/>
            </a:pPr>
            <a:r>
              <a:rPr lang="fr-FR" sz="800" i="1" dirty="0">
                <a:solidFill>
                  <a:srgbClr val="D5DAE4"/>
                </a:solidFill>
                <a:latin typeface="Lato" pitchFamily="34" charset="0"/>
                <a:cs typeface="Lato" pitchFamily="34" charset="0"/>
              </a:rPr>
              <a:t>Deux versions du noyau concentrent 88,8 % des 5 662 lignes — sur 138 paquets au total.</a:t>
            </a:r>
          </a:p>
        </p:txBody>
      </p:sp>
      <p:sp>
        <p:nvSpPr>
          <p:cNvPr id="5" name="Shape 3"/>
          <p:cNvSpPr/>
          <p:nvPr/>
        </p:nvSpPr>
        <p:spPr>
          <a:xfrm>
            <a:off x="6272784" y="1353312"/>
            <a:ext cx="25603" cy="3566160"/>
          </a:xfrm>
          <a:prstGeom prst="rect">
            <a:avLst/>
          </a:prstGeom>
          <a:solidFill>
            <a:srgbClr val="34456B"/>
          </a:solidFill>
          <a:ln/>
        </p:spPr>
        <p:txBody>
          <a:bodyPr/>
          <a:lstStyle/>
          <a:p>
            <a:endParaRPr lang="fr-FR"/>
          </a:p>
        </p:txBody>
      </p:sp>
      <p:sp>
        <p:nvSpPr>
          <p:cNvPr id="6" name="Text 4"/>
          <p:cNvSpPr txBox="1"/>
          <p:nvPr/>
        </p:nvSpPr>
        <p:spPr>
          <a:xfrm>
            <a:off x="6693408" y="1353312"/>
            <a:ext cx="4846320" cy="365760"/>
          </a:xfrm>
          <a:prstGeom prst="rect">
            <a:avLst/>
          </a:prstGeom>
          <a:noFill/>
          <a:ln/>
        </p:spPr>
        <p:txBody>
          <a:bodyPr wrap="square" lIns="0" tIns="0" rIns="0" bIns="0" rtlCol="0" anchor="ctr"/>
          <a:lstStyle/>
          <a:p>
            <a:pPr marL="0" indent="0">
              <a:buNone/>
            </a:pPr>
            <a:r>
              <a:rPr lang="en-US" sz="1900" b="1" dirty="0">
                <a:solidFill>
                  <a:srgbClr val="C5A55A"/>
                </a:solidFill>
                <a:latin typeface="Lato" pitchFamily="34" charset="0"/>
                <a:ea typeface="Lato" pitchFamily="34" charset="-122"/>
                <a:cs typeface="Lato" pitchFamily="34" charset="-120"/>
              </a:rPr>
              <a:t>La </a:t>
            </a:r>
            <a:r>
              <a:rPr lang="en-US" sz="1900" b="1" dirty="0" err="1">
                <a:solidFill>
                  <a:srgbClr val="C5A55A"/>
                </a:solidFill>
                <a:latin typeface="Lato" pitchFamily="34" charset="0"/>
                <a:ea typeface="Lato" pitchFamily="34" charset="-122"/>
                <a:cs typeface="Lato" pitchFamily="34" charset="-120"/>
              </a:rPr>
              <a:t>difficulté</a:t>
            </a:r>
            <a:endParaRPr lang="en-US" sz="1900" dirty="0"/>
          </a:p>
        </p:txBody>
      </p:sp>
      <p:sp>
        <p:nvSpPr>
          <p:cNvPr id="7" name="Text 5"/>
          <p:cNvSpPr txBox="1"/>
          <p:nvPr/>
        </p:nvSpPr>
        <p:spPr>
          <a:xfrm>
            <a:off x="6693408" y="1847088"/>
            <a:ext cx="4846320" cy="1005840"/>
          </a:xfrm>
          <a:prstGeom prst="rect">
            <a:avLst/>
          </a:prstGeom>
          <a:noFill/>
          <a:ln/>
        </p:spPr>
        <p:txBody>
          <a:bodyPr wrap="square" lIns="0" tIns="0" rIns="0" bIns="0" rtlCol="0" anchor="t"/>
          <a:lstStyle/>
          <a:p>
            <a:pPr marL="0" indent="0" algn="l">
              <a:lnSpc>
                <a:spcPct val="118000"/>
              </a:lnSpc>
              <a:buNone/>
            </a:pPr>
            <a:r>
              <a:rPr lang="en-US" sz="1350" dirty="0">
                <a:solidFill>
                  <a:srgbClr val="D5DAE4"/>
                </a:solidFill>
                <a:latin typeface="Lato" pitchFamily="34" charset="0"/>
                <a:ea typeface="Lato" pitchFamily="34" charset="-122"/>
                <a:cs typeface="Lato" pitchFamily="34" charset="-120"/>
              </a:rPr>
              <a:t>Des milliers de lignes remontées automatiquement.</a:t>
            </a:r>
          </a:p>
          <a:p>
            <a:pPr marL="0" indent="0" algn="l">
              <a:lnSpc>
                <a:spcPct val="118000"/>
              </a:lnSpc>
              <a:buNone/>
            </a:pPr>
            <a:endParaRPr lang="en-US" sz="1350" dirty="0">
              <a:solidFill>
                <a:srgbClr val="D5DAE4"/>
              </a:solidFill>
              <a:latin typeface="Lato" pitchFamily="34" charset="0"/>
              <a:ea typeface="Lato" pitchFamily="34" charset="-122"/>
              <a:cs typeface="Lato" pitchFamily="34" charset="-120"/>
            </a:endParaRPr>
          </a:p>
          <a:p>
            <a:pPr marL="0" indent="0" algn="l">
              <a:lnSpc>
                <a:spcPct val="118000"/>
              </a:lnSpc>
              <a:buNone/>
            </a:pPr>
            <a:r>
              <a:rPr lang="en-US" sz="1350" b="1" i="1" dirty="0" err="1">
                <a:solidFill>
                  <a:srgbClr val="D5DAE4"/>
                </a:solidFill>
                <a:latin typeface="Lato" pitchFamily="34" charset="0"/>
                <a:ea typeface="Lato" pitchFamily="34" charset="-122"/>
                <a:cs typeface="Lato" pitchFamily="34" charset="-120"/>
              </a:rPr>
              <a:t>Lesquelles corriger en premier ?</a:t>
            </a:r>
            <a:endParaRPr lang="en-US" sz="1350" b="1" i="1" dirty="0"/>
          </a:p>
        </p:txBody>
      </p:sp>
      <p:sp>
        <p:nvSpPr>
          <p:cNvPr id="8" name="Text 6"/>
          <p:cNvSpPr txBox="1"/>
          <p:nvPr/>
        </p:nvSpPr>
        <p:spPr>
          <a:xfrm>
            <a:off x="6693408" y="3035808"/>
            <a:ext cx="4846320" cy="329184"/>
          </a:xfrm>
          <a:prstGeom prst="rect">
            <a:avLst/>
          </a:prstGeom>
          <a:noFill/>
          <a:ln/>
        </p:spPr>
        <p:txBody>
          <a:bodyPr wrap="square" lIns="0" tIns="0" rIns="0" bIns="0" rtlCol="0" anchor="ctr"/>
          <a:lstStyle/>
          <a:p>
            <a:pPr marL="0" indent="0">
              <a:buNone/>
            </a:pPr>
            <a:r>
              <a:rPr lang="en-US" sz="1450" b="1" dirty="0">
                <a:solidFill>
                  <a:srgbClr val="C5A55A"/>
                </a:solidFill>
                <a:latin typeface="Lato" pitchFamily="34" charset="0"/>
                <a:ea typeface="Lato" pitchFamily="34" charset="-122"/>
                <a:cs typeface="Lato" pitchFamily="34" charset="-120"/>
              </a:rPr>
              <a:t>Les </a:t>
            </a:r>
            <a:r>
              <a:rPr lang="en-US" sz="1450" b="1" dirty="0" err="1">
                <a:solidFill>
                  <a:srgbClr val="C5A55A"/>
                </a:solidFill>
                <a:latin typeface="Lato" pitchFamily="34" charset="0"/>
                <a:ea typeface="Lato" pitchFamily="34" charset="-122"/>
                <a:cs typeface="Lato" pitchFamily="34" charset="-120"/>
              </a:rPr>
              <a:t>limites</a:t>
            </a:r>
            <a:r>
              <a:rPr lang="en-US" sz="1450" b="1" dirty="0">
                <a:solidFill>
                  <a:srgbClr val="C5A55A"/>
                </a:solidFill>
                <a:latin typeface="Lato" pitchFamily="34" charset="0"/>
                <a:ea typeface="Lato" pitchFamily="34" charset="-122"/>
                <a:cs typeface="Lato" pitchFamily="34" charset="-120"/>
              </a:rPr>
              <a:t> du CVSS </a:t>
            </a:r>
            <a:endParaRPr lang="en-US" sz="1450" dirty="0"/>
          </a:p>
        </p:txBody>
      </p:sp>
      <p:sp>
        <p:nvSpPr>
          <p:cNvPr id="9" name="Text 7"/>
          <p:cNvSpPr txBox="1"/>
          <p:nvPr/>
        </p:nvSpPr>
        <p:spPr>
          <a:xfrm>
            <a:off x="6693408" y="3401568"/>
            <a:ext cx="4846320" cy="1005840"/>
          </a:xfrm>
          <a:prstGeom prst="rect">
            <a:avLst/>
          </a:prstGeom>
          <a:noFill/>
          <a:ln/>
        </p:spPr>
        <p:txBody>
          <a:bodyPr wrap="square" lIns="0" tIns="0" rIns="0" bIns="0" rtlCol="0" anchor="t"/>
          <a:lstStyle/>
          <a:p>
            <a:pPr marL="0" indent="0" algn="l">
              <a:lnSpc>
                <a:spcPct val="118000"/>
              </a:lnSpc>
              <a:buNone/>
            </a:pPr>
            <a:r>
              <a:rPr lang="en-US" sz="1300" dirty="0" err="1">
                <a:solidFill>
                  <a:srgbClr val="AEB7C6"/>
                </a:solidFill>
                <a:latin typeface="Lato" pitchFamily="34" charset="0"/>
                <a:ea typeface="Lato" pitchFamily="34" charset="-122"/>
                <a:cs typeface="Lato" pitchFamily="34" charset="-120"/>
              </a:rPr>
              <a:t>CVSS : gravité de 0 à 10, identique pour tous.</a:t>
            </a:r>
          </a:p>
          <a:p>
            <a:pPr marL="0" indent="0" algn="l">
              <a:lnSpc>
                <a:spcPct val="118000"/>
              </a:lnSpc>
              <a:buNone/>
            </a:pPr>
            <a:endParaRPr lang="en-US" sz="1300" dirty="0">
              <a:solidFill>
                <a:srgbClr val="AEB7C6"/>
              </a:solidFill>
              <a:latin typeface="Lato" pitchFamily="34" charset="0"/>
              <a:ea typeface="Lato" pitchFamily="34" charset="-122"/>
              <a:cs typeface="Lato" pitchFamily="34" charset="-120"/>
            </a:endParaRPr>
          </a:p>
          <a:p>
            <a:pPr marL="0" indent="0" algn="l">
              <a:lnSpc>
                <a:spcPct val="118000"/>
              </a:lnSpc>
              <a:buNone/>
            </a:pPr>
            <a:r>
              <a:rPr lang="en-US" sz="1300" dirty="0">
                <a:solidFill>
                  <a:srgbClr val="AEB7C6"/>
                </a:solidFill>
                <a:latin typeface="Lato" pitchFamily="34" charset="0"/>
                <a:ea typeface="Lato" pitchFamily="34" charset="-122"/>
                <a:cs typeface="Lato" pitchFamily="34" charset="-120"/>
              </a:rPr>
              <a:t>Aucune information sur l'activité que la machine porte.</a:t>
            </a:r>
            <a:endParaRPr lang="en-US" sz="1300" dirty="0"/>
          </a:p>
        </p:txBody>
      </p:sp>
      <p:sp>
        <p:nvSpPr>
          <p:cNvPr id="10" name="Shape 8"/>
          <p:cNvSpPr/>
          <p:nvPr/>
        </p:nvSpPr>
        <p:spPr>
          <a:xfrm>
            <a:off x="658368" y="4846320"/>
            <a:ext cx="10874959" cy="932688"/>
          </a:xfrm>
          <a:prstGeom prst="rect">
            <a:avLst/>
          </a:prstGeom>
          <a:solidFill>
            <a:srgbClr val="16233D"/>
          </a:solidFill>
          <a:ln/>
        </p:spPr>
        <p:txBody>
          <a:bodyPr/>
          <a:lstStyle/>
          <a:p>
            <a:endParaRPr lang="fr-FR"/>
          </a:p>
        </p:txBody>
      </p:sp>
      <p:sp>
        <p:nvSpPr>
          <p:cNvPr id="11" name="Text 9"/>
          <p:cNvSpPr txBox="1"/>
          <p:nvPr/>
        </p:nvSpPr>
        <p:spPr>
          <a:xfrm>
            <a:off x="950976" y="4846320"/>
            <a:ext cx="10289743" cy="932688"/>
          </a:xfrm>
          <a:prstGeom prst="rect">
            <a:avLst/>
          </a:prstGeom>
          <a:noFill/>
          <a:ln/>
        </p:spPr>
        <p:txBody>
          <a:bodyPr wrap="square" lIns="0" tIns="0" rIns="0" bIns="0" rtlCol="0" anchor="ctr"/>
          <a:lstStyle/>
          <a:p>
            <a:pPr marL="0" indent="0">
              <a:lnSpc>
                <a:spcPct val="114000"/>
              </a:lnSpc>
              <a:buNone/>
            </a:pPr>
            <a:r>
              <a:rPr lang="fr-FR" sz="1350" b="1" noProof="0" dirty="0">
                <a:solidFill>
                  <a:srgbClr val="C5A55A"/>
                </a:solidFill>
                <a:latin typeface="Lato" pitchFamily="34" charset="0"/>
                <a:ea typeface="Lato" pitchFamily="34" charset="-122"/>
                <a:cs typeface="Lato" pitchFamily="34" charset="-120"/>
              </a:rPr>
              <a:t>Une priorisation qui ne reflète pas la réalité — alors que quelques mises à jour concentrent l'essentiel du gain (80/20).</a:t>
            </a:r>
            <a:endParaRPr lang="fr-FR" sz="1350" noProof="0" dirty="0"/>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955532CE-BEB4-44AB-8B83-7696F7F9711B}" type="slidenum">
              <a:rPr lang="fr-FR" sz="900" b="0">
                <a:solidFill>
                  <a:srgbClr val="AEB7C6"/>
                </a:solidFill>
                <a:latin typeface="Lato"/>
              </a:rPr>
              <a:t>11</a:t>
            </a:fld>
            <a:endParaRPr lang="fr-FR">
              <a:solidFill>
                <a:srgbClr val="AEB7C6"/>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58368" y="420624"/>
            <a:ext cx="10874959" cy="658368"/>
          </a:xfrm>
          <a:prstGeom prst="rect">
            <a:avLst/>
          </a:prstGeom>
          <a:noFill/>
          <a:ln/>
        </p:spPr>
        <p:txBody>
          <a:bodyPr wrap="square" lIns="0" tIns="0" rIns="0" bIns="0" rtlCol="0" anchor="t"/>
          <a:lstStyle/>
          <a:p>
            <a:pPr marL="0" indent="0">
              <a:buNone/>
            </a:pPr>
            <a:r>
              <a:rPr lang="en-US" sz="3000" b="1" dirty="0">
                <a:solidFill>
                  <a:srgbClr val="1B2A4A"/>
                </a:solidFill>
                <a:latin typeface="Lato" pitchFamily="34" charset="0"/>
                <a:ea typeface="Lato" pitchFamily="34" charset="-122"/>
                <a:cs typeface="Lato" pitchFamily="34" charset="-120"/>
              </a:rPr>
              <a:t>Trois référentiels, aucune clé commune</a:t>
            </a:r>
            <a:endParaRPr lang="en-US" sz="3000" dirty="0"/>
          </a:p>
        </p:txBody>
      </p:sp>
      <p:sp>
        <p:nvSpPr>
          <p:cNvPr id="3" name="Shape 1"/>
          <p:cNvSpPr/>
          <p:nvPr/>
        </p:nvSpPr>
        <p:spPr>
          <a:xfrm>
            <a:off x="1234440" y="1444752"/>
            <a:ext cx="2962656" cy="1572768"/>
          </a:xfrm>
          <a:prstGeom prst="roundRect">
            <a:avLst>
              <a:gd name="adj" fmla="val 3488"/>
            </a:avLst>
          </a:prstGeom>
          <a:solidFill>
            <a:schemeClr val="bg1">
              <a:lumMod val="85000"/>
            </a:schemeClr>
          </a:solidFill>
          <a:ln/>
        </p:spPr>
        <p:txBody>
          <a:bodyPr/>
          <a:lstStyle/>
          <a:p>
            <a:endParaRPr lang="fr-FR"/>
          </a:p>
        </p:txBody>
      </p:sp>
      <p:sp>
        <p:nvSpPr>
          <p:cNvPr id="4" name="Text 2"/>
          <p:cNvSpPr txBox="1"/>
          <p:nvPr/>
        </p:nvSpPr>
        <p:spPr>
          <a:xfrm>
            <a:off x="1490472" y="1609344"/>
            <a:ext cx="2468880" cy="329184"/>
          </a:xfrm>
          <a:prstGeom prst="rect">
            <a:avLst/>
          </a:prstGeom>
          <a:noFill/>
          <a:ln/>
        </p:spPr>
        <p:txBody>
          <a:bodyPr wrap="square" lIns="0" tIns="0" rIns="0" bIns="0" rtlCol="0" anchor="ctr"/>
          <a:lstStyle/>
          <a:p>
            <a:pPr marL="0" indent="0">
              <a:buNone/>
            </a:pPr>
            <a:r>
              <a:rPr lang="en-US" sz="1800" b="1" dirty="0">
                <a:solidFill>
                  <a:srgbClr val="1B2A4A"/>
                </a:solidFill>
                <a:latin typeface="Lato" pitchFamily="34" charset="0"/>
                <a:ea typeface="Lato" pitchFamily="34" charset="-122"/>
                <a:cs typeface="Lato" pitchFamily="34" charset="-120"/>
              </a:rPr>
              <a:t>iTop</a:t>
            </a:r>
            <a:endParaRPr lang="en-US" sz="1800" dirty="0"/>
          </a:p>
        </p:txBody>
      </p:sp>
      <p:sp>
        <p:nvSpPr>
          <p:cNvPr id="5" name="Text 3"/>
          <p:cNvSpPr txBox="1"/>
          <p:nvPr/>
        </p:nvSpPr>
        <p:spPr>
          <a:xfrm>
            <a:off x="1490472" y="1938528"/>
            <a:ext cx="2468880" cy="237744"/>
          </a:xfrm>
          <a:prstGeom prst="rect">
            <a:avLst/>
          </a:prstGeom>
          <a:noFill/>
          <a:ln/>
        </p:spPr>
        <p:txBody>
          <a:bodyPr wrap="square" lIns="0" tIns="0" rIns="0" bIns="0" rtlCol="0" anchor="ctr"/>
          <a:lstStyle/>
          <a:p>
            <a:pPr marL="0" indent="0">
              <a:buNone/>
            </a:pPr>
            <a:r>
              <a:rPr lang="en-US" sz="1000" b="1" kern="0" spc="160" dirty="0">
                <a:solidFill>
                  <a:srgbClr val="C5A55A"/>
                </a:solidFill>
                <a:latin typeface="Lato" pitchFamily="34" charset="0"/>
                <a:ea typeface="Lato" pitchFamily="34" charset="-122"/>
                <a:cs typeface="Lato" pitchFamily="34" charset="-120"/>
              </a:rPr>
              <a:t>INVENTAIRE</a:t>
            </a:r>
            <a:endParaRPr lang="en-US" sz="1000" dirty="0"/>
          </a:p>
        </p:txBody>
      </p:sp>
      <p:sp>
        <p:nvSpPr>
          <p:cNvPr id="6" name="Text 4"/>
          <p:cNvSpPr txBox="1"/>
          <p:nvPr/>
        </p:nvSpPr>
        <p:spPr>
          <a:xfrm>
            <a:off x="1490472" y="2231136"/>
            <a:ext cx="2468880" cy="731520"/>
          </a:xfrm>
          <a:prstGeom prst="rect">
            <a:avLst/>
          </a:prstGeom>
          <a:noFill/>
          <a:ln/>
        </p:spPr>
        <p:txBody>
          <a:bodyPr wrap="square" lIns="0" tIns="0" rIns="0" bIns="0" rtlCol="0" anchor="t"/>
          <a:lstStyle/>
          <a:p>
            <a:pPr marL="0" indent="0" algn="l">
              <a:lnSpc>
                <a:spcPct val="118000"/>
              </a:lnSpc>
              <a:buNone/>
            </a:pPr>
            <a:r>
              <a:rPr lang="en-US" sz="1150" dirty="0">
                <a:solidFill>
                  <a:srgbClr val="232A3A"/>
                </a:solidFill>
                <a:latin typeface="Lato" pitchFamily="34" charset="0"/>
                <a:ea typeface="Lato" pitchFamily="34" charset="-122"/>
                <a:cs typeface="Lato" pitchFamily="34" charset="-120"/>
              </a:rPr>
              <a:t>Machines virtuelles, adresses réseau, hôte de virtualisation.</a:t>
            </a:r>
            <a:endParaRPr lang="en-US" sz="1150" dirty="0"/>
          </a:p>
        </p:txBody>
      </p:sp>
      <p:sp>
        <p:nvSpPr>
          <p:cNvPr id="7" name="Shape 5"/>
          <p:cNvSpPr/>
          <p:nvPr/>
        </p:nvSpPr>
        <p:spPr>
          <a:xfrm>
            <a:off x="4590288" y="1444752"/>
            <a:ext cx="2962656" cy="1572768"/>
          </a:xfrm>
          <a:prstGeom prst="roundRect">
            <a:avLst>
              <a:gd name="adj" fmla="val 3488"/>
            </a:avLst>
          </a:prstGeom>
          <a:solidFill>
            <a:schemeClr val="bg1">
              <a:lumMod val="85000"/>
            </a:schemeClr>
          </a:solidFill>
          <a:ln/>
        </p:spPr>
        <p:txBody>
          <a:bodyPr/>
          <a:lstStyle/>
          <a:p>
            <a:endParaRPr lang="fr-FR"/>
          </a:p>
        </p:txBody>
      </p:sp>
      <p:sp>
        <p:nvSpPr>
          <p:cNvPr id="8" name="Text 6"/>
          <p:cNvSpPr txBox="1"/>
          <p:nvPr/>
        </p:nvSpPr>
        <p:spPr>
          <a:xfrm>
            <a:off x="4846320" y="1609344"/>
            <a:ext cx="2468880" cy="329184"/>
          </a:xfrm>
          <a:prstGeom prst="rect">
            <a:avLst/>
          </a:prstGeom>
          <a:noFill/>
          <a:ln/>
        </p:spPr>
        <p:txBody>
          <a:bodyPr wrap="square" lIns="0" tIns="0" rIns="0" bIns="0" rtlCol="0" anchor="ctr"/>
          <a:lstStyle/>
          <a:p>
            <a:pPr marL="0" indent="0">
              <a:buNone/>
            </a:pPr>
            <a:r>
              <a:rPr lang="en-US" sz="1800" b="1" dirty="0">
                <a:solidFill>
                  <a:srgbClr val="1B2A4A"/>
                </a:solidFill>
                <a:latin typeface="Lato" pitchFamily="34" charset="0"/>
                <a:ea typeface="Lato" pitchFamily="34" charset="-122"/>
                <a:cs typeface="Lato" pitchFamily="34" charset="-120"/>
              </a:rPr>
              <a:t>Wazuh</a:t>
            </a:r>
            <a:endParaRPr lang="en-US" sz="1800" dirty="0"/>
          </a:p>
        </p:txBody>
      </p:sp>
      <p:sp>
        <p:nvSpPr>
          <p:cNvPr id="9" name="Text 7"/>
          <p:cNvSpPr txBox="1"/>
          <p:nvPr/>
        </p:nvSpPr>
        <p:spPr>
          <a:xfrm>
            <a:off x="4846320" y="1938528"/>
            <a:ext cx="2468880" cy="237744"/>
          </a:xfrm>
          <a:prstGeom prst="rect">
            <a:avLst/>
          </a:prstGeom>
          <a:noFill/>
          <a:ln/>
        </p:spPr>
        <p:txBody>
          <a:bodyPr wrap="square" lIns="0" tIns="0" rIns="0" bIns="0" rtlCol="0" anchor="ctr"/>
          <a:lstStyle/>
          <a:p>
            <a:pPr marL="0" indent="0">
              <a:buNone/>
            </a:pPr>
            <a:r>
              <a:rPr lang="en-US" sz="1000" b="1" kern="0" spc="160" dirty="0">
                <a:solidFill>
                  <a:srgbClr val="C5A55A"/>
                </a:solidFill>
                <a:latin typeface="Lato" pitchFamily="34" charset="0"/>
                <a:ea typeface="Lato" pitchFamily="34" charset="-122"/>
                <a:cs typeface="Lato" pitchFamily="34" charset="-120"/>
              </a:rPr>
              <a:t>DÉTECTION</a:t>
            </a:r>
            <a:endParaRPr lang="en-US" sz="1000" dirty="0"/>
          </a:p>
        </p:txBody>
      </p:sp>
      <p:sp>
        <p:nvSpPr>
          <p:cNvPr id="10" name="Text 8"/>
          <p:cNvSpPr txBox="1"/>
          <p:nvPr/>
        </p:nvSpPr>
        <p:spPr>
          <a:xfrm>
            <a:off x="4846320" y="2231136"/>
            <a:ext cx="2468880" cy="731520"/>
          </a:xfrm>
          <a:prstGeom prst="rect">
            <a:avLst/>
          </a:prstGeom>
          <a:noFill/>
          <a:ln/>
        </p:spPr>
        <p:txBody>
          <a:bodyPr wrap="square" lIns="0" tIns="0" rIns="0" bIns="0" rtlCol="0" anchor="t"/>
          <a:lstStyle/>
          <a:p>
            <a:pPr marL="0" indent="0" algn="l">
              <a:lnSpc>
                <a:spcPct val="118000"/>
              </a:lnSpc>
              <a:buNone/>
            </a:pPr>
            <a:r>
              <a:rPr lang="en-US" sz="1150" dirty="0">
                <a:solidFill>
                  <a:srgbClr val="232A3A"/>
                </a:solidFill>
                <a:latin typeface="Lato" pitchFamily="34" charset="0"/>
                <a:ea typeface="Lato" pitchFamily="34" charset="-122"/>
                <a:cs typeface="Lato" pitchFamily="34" charset="-120"/>
              </a:rPr>
              <a:t>Vulnérabilités présentes sur chaque agent, avec leur note CVSS.</a:t>
            </a:r>
            <a:endParaRPr lang="en-US" sz="1150" dirty="0"/>
          </a:p>
        </p:txBody>
      </p:sp>
      <p:sp>
        <p:nvSpPr>
          <p:cNvPr id="11" name="Shape 9"/>
          <p:cNvSpPr/>
          <p:nvPr/>
        </p:nvSpPr>
        <p:spPr>
          <a:xfrm>
            <a:off x="7946136" y="1444752"/>
            <a:ext cx="2962656" cy="1572768"/>
          </a:xfrm>
          <a:prstGeom prst="roundRect">
            <a:avLst>
              <a:gd name="adj" fmla="val 3488"/>
            </a:avLst>
          </a:prstGeom>
          <a:solidFill>
            <a:schemeClr val="bg1">
              <a:lumMod val="85000"/>
            </a:schemeClr>
          </a:solidFill>
          <a:ln/>
        </p:spPr>
        <p:txBody>
          <a:bodyPr/>
          <a:lstStyle/>
          <a:p>
            <a:endParaRPr lang="fr-FR"/>
          </a:p>
        </p:txBody>
      </p:sp>
      <p:sp>
        <p:nvSpPr>
          <p:cNvPr id="12" name="Text 10"/>
          <p:cNvSpPr txBox="1"/>
          <p:nvPr/>
        </p:nvSpPr>
        <p:spPr>
          <a:xfrm>
            <a:off x="8202168" y="1609344"/>
            <a:ext cx="2468880" cy="329184"/>
          </a:xfrm>
          <a:prstGeom prst="rect">
            <a:avLst/>
          </a:prstGeom>
          <a:noFill/>
          <a:ln/>
        </p:spPr>
        <p:txBody>
          <a:bodyPr wrap="square" lIns="0" tIns="0" rIns="0" bIns="0" rtlCol="0" anchor="ctr"/>
          <a:lstStyle/>
          <a:p>
            <a:pPr marL="0" indent="0">
              <a:buNone/>
            </a:pPr>
            <a:r>
              <a:rPr lang="en-US" sz="1800" b="1" dirty="0">
                <a:solidFill>
                  <a:srgbClr val="1B2A4A"/>
                </a:solidFill>
                <a:latin typeface="Lato" pitchFamily="34" charset="0"/>
                <a:ea typeface="Lato" pitchFamily="34" charset="-122"/>
                <a:cs typeface="Lato" pitchFamily="34" charset="-120"/>
              </a:rPr>
              <a:t>CISO Assistant</a:t>
            </a:r>
            <a:endParaRPr lang="en-US" sz="1800" dirty="0"/>
          </a:p>
        </p:txBody>
      </p:sp>
      <p:sp>
        <p:nvSpPr>
          <p:cNvPr id="13" name="Text 11"/>
          <p:cNvSpPr txBox="1"/>
          <p:nvPr/>
        </p:nvSpPr>
        <p:spPr>
          <a:xfrm>
            <a:off x="8202168" y="1938528"/>
            <a:ext cx="2468880" cy="237744"/>
          </a:xfrm>
          <a:prstGeom prst="rect">
            <a:avLst/>
          </a:prstGeom>
          <a:noFill/>
          <a:ln/>
        </p:spPr>
        <p:txBody>
          <a:bodyPr wrap="square" lIns="0" tIns="0" rIns="0" bIns="0" rtlCol="0" anchor="ctr"/>
          <a:lstStyle/>
          <a:p>
            <a:pPr marL="0" indent="0">
              <a:buNone/>
            </a:pPr>
            <a:r>
              <a:rPr lang="en-US" sz="1000" b="1" kern="0" spc="160" dirty="0">
                <a:solidFill>
                  <a:srgbClr val="C5A55A"/>
                </a:solidFill>
                <a:latin typeface="Lato" pitchFamily="34" charset="0"/>
                <a:ea typeface="Lato" pitchFamily="34" charset="-122"/>
                <a:cs typeface="Lato" pitchFamily="34" charset="-120"/>
              </a:rPr>
              <a:t>CRITICITÉ MÉTIER</a:t>
            </a:r>
            <a:endParaRPr lang="en-US" sz="1000" dirty="0"/>
          </a:p>
        </p:txBody>
      </p:sp>
      <p:sp>
        <p:nvSpPr>
          <p:cNvPr id="14" name="Text 12"/>
          <p:cNvSpPr txBox="1"/>
          <p:nvPr/>
        </p:nvSpPr>
        <p:spPr>
          <a:xfrm>
            <a:off x="8202168" y="2231136"/>
            <a:ext cx="2468880" cy="731520"/>
          </a:xfrm>
          <a:prstGeom prst="rect">
            <a:avLst/>
          </a:prstGeom>
          <a:noFill/>
          <a:ln/>
        </p:spPr>
        <p:txBody>
          <a:bodyPr wrap="square" lIns="0" tIns="0" rIns="0" bIns="0" rtlCol="0" anchor="t"/>
          <a:lstStyle/>
          <a:p>
            <a:pPr marL="0" indent="0" algn="l">
              <a:lnSpc>
                <a:spcPct val="118000"/>
              </a:lnSpc>
              <a:buNone/>
            </a:pPr>
            <a:r>
              <a:rPr lang="en-US" sz="1150" dirty="0">
                <a:solidFill>
                  <a:srgbClr val="232A3A"/>
                </a:solidFill>
                <a:latin typeface="Lato" pitchFamily="34" charset="0"/>
                <a:ea typeface="Lato" pitchFamily="34" charset="-122"/>
                <a:cs typeface="Lato" pitchFamily="34" charset="-120"/>
              </a:rPr>
              <a:t>Valeur des actifs pour l'entreprise, notée de 0 à 4 en C, D et I.</a:t>
            </a:r>
            <a:endParaRPr lang="en-US" sz="1150" dirty="0"/>
          </a:p>
        </p:txBody>
      </p:sp>
      <p:sp>
        <p:nvSpPr>
          <p:cNvPr id="15" name="Shape 13"/>
          <p:cNvSpPr/>
          <p:nvPr/>
        </p:nvSpPr>
        <p:spPr>
          <a:xfrm>
            <a:off x="2715768" y="3017520"/>
            <a:ext cx="3355848" cy="950976"/>
          </a:xfrm>
          <a:prstGeom prst="line">
            <a:avLst/>
          </a:prstGeom>
          <a:noFill/>
          <a:ln w="20320">
            <a:solidFill>
              <a:srgbClr val="E6EAF1"/>
            </a:solidFill>
            <a:prstDash val="dash"/>
          </a:ln>
        </p:spPr>
        <p:txBody>
          <a:bodyPr/>
          <a:lstStyle/>
          <a:p>
            <a:endParaRPr lang="fr-FR"/>
          </a:p>
        </p:txBody>
      </p:sp>
      <p:sp>
        <p:nvSpPr>
          <p:cNvPr id="16" name="Shape 14"/>
          <p:cNvSpPr/>
          <p:nvPr/>
        </p:nvSpPr>
        <p:spPr>
          <a:xfrm>
            <a:off x="6071616" y="3017520"/>
            <a:ext cx="0" cy="896112"/>
          </a:xfrm>
          <a:prstGeom prst="line">
            <a:avLst/>
          </a:prstGeom>
          <a:noFill/>
          <a:ln w="20320">
            <a:solidFill>
              <a:srgbClr val="E6EAF1"/>
            </a:solidFill>
            <a:prstDash val="dash"/>
          </a:ln>
        </p:spPr>
        <p:txBody>
          <a:bodyPr/>
          <a:lstStyle/>
          <a:p>
            <a:endParaRPr lang="fr-FR"/>
          </a:p>
        </p:txBody>
      </p:sp>
      <p:sp>
        <p:nvSpPr>
          <p:cNvPr id="17" name="Shape 15"/>
          <p:cNvSpPr/>
          <p:nvPr/>
        </p:nvSpPr>
        <p:spPr>
          <a:xfrm flipH="1">
            <a:off x="6071616" y="3017520"/>
            <a:ext cx="3355848" cy="950976"/>
          </a:xfrm>
          <a:prstGeom prst="line">
            <a:avLst/>
          </a:prstGeom>
          <a:noFill/>
          <a:ln w="20320">
            <a:solidFill>
              <a:srgbClr val="E6EAF1"/>
            </a:solidFill>
            <a:prstDash val="dash"/>
          </a:ln>
        </p:spPr>
        <p:txBody>
          <a:bodyPr/>
          <a:lstStyle/>
          <a:p>
            <a:endParaRPr lang="fr-FR"/>
          </a:p>
        </p:txBody>
      </p:sp>
      <p:sp>
        <p:nvSpPr>
          <p:cNvPr id="18" name="Shape 16"/>
          <p:cNvSpPr/>
          <p:nvPr/>
        </p:nvSpPr>
        <p:spPr>
          <a:xfrm>
            <a:off x="5504688" y="3639312"/>
            <a:ext cx="1133856" cy="1133856"/>
          </a:xfrm>
          <a:prstGeom prst="ellipse">
            <a:avLst/>
          </a:prstGeom>
          <a:solidFill>
            <a:srgbClr val="1B2A4A"/>
          </a:solidFill>
          <a:ln/>
        </p:spPr>
        <p:txBody>
          <a:bodyPr/>
          <a:lstStyle/>
          <a:p>
            <a:endParaRPr lang="fr-FR"/>
          </a:p>
        </p:txBody>
      </p:sp>
      <p:sp>
        <p:nvSpPr>
          <p:cNvPr id="19" name="Text 17"/>
          <p:cNvSpPr txBox="1"/>
          <p:nvPr/>
        </p:nvSpPr>
        <p:spPr>
          <a:xfrm>
            <a:off x="5504688" y="3639312"/>
            <a:ext cx="1133856" cy="1133856"/>
          </a:xfrm>
          <a:prstGeom prst="rect">
            <a:avLst/>
          </a:prstGeom>
          <a:noFill/>
          <a:ln/>
        </p:spPr>
        <p:txBody>
          <a:bodyPr wrap="square" lIns="0" tIns="0" rIns="0" bIns="0" rtlCol="0" anchor="ctr"/>
          <a:lstStyle/>
          <a:p>
            <a:pPr marL="0" indent="0" algn="ctr">
              <a:buNone/>
            </a:pPr>
            <a:r>
              <a:rPr lang="en-US" sz="3800" b="1" dirty="0">
                <a:solidFill>
                  <a:srgbClr val="C5A55A"/>
                </a:solidFill>
                <a:latin typeface="Lato" pitchFamily="34" charset="0"/>
                <a:ea typeface="Lato" pitchFamily="34" charset="-122"/>
                <a:cs typeface="Lato" pitchFamily="34" charset="-120"/>
              </a:rPr>
              <a:t>✕</a:t>
            </a:r>
            <a:endParaRPr lang="en-US" sz="3800" dirty="0"/>
          </a:p>
        </p:txBody>
      </p:sp>
      <p:sp>
        <p:nvSpPr>
          <p:cNvPr id="20" name="Text 18"/>
          <p:cNvSpPr txBox="1"/>
          <p:nvPr/>
        </p:nvSpPr>
        <p:spPr>
          <a:xfrm>
            <a:off x="4059936" y="4882896"/>
            <a:ext cx="4023360" cy="292608"/>
          </a:xfrm>
          <a:prstGeom prst="rect">
            <a:avLst/>
          </a:prstGeom>
          <a:noFill/>
          <a:ln/>
        </p:spPr>
        <p:txBody>
          <a:bodyPr wrap="square" lIns="0" tIns="0" rIns="0" bIns="0" rtlCol="0" anchor="ctr"/>
          <a:lstStyle/>
          <a:p>
            <a:pPr marL="0" indent="0" algn="ctr">
              <a:buNone/>
            </a:pPr>
            <a:r>
              <a:rPr lang="en-US" sz="1450" b="1" dirty="0">
                <a:solidFill>
                  <a:srgbClr val="C00000"/>
                </a:solidFill>
                <a:latin typeface="Lato" pitchFamily="34" charset="0"/>
                <a:ea typeface="Lato" pitchFamily="34" charset="-122"/>
                <a:cs typeface="Lato" pitchFamily="34" charset="-120"/>
              </a:rPr>
              <a:t>Aucun identifiant partagé</a:t>
            </a:r>
            <a:endParaRPr lang="en-US" sz="1450" dirty="0">
              <a:solidFill>
                <a:srgbClr val="C00000"/>
              </a:solidFill>
            </a:endParaRPr>
          </a:p>
        </p:txBody>
      </p:sp>
      <p:sp>
        <p:nvSpPr>
          <p:cNvPr id="21" name="Text 19"/>
          <p:cNvSpPr txBox="1"/>
          <p:nvPr/>
        </p:nvSpPr>
        <p:spPr>
          <a:xfrm>
            <a:off x="2505456" y="5212080"/>
            <a:ext cx="7132320" cy="640080"/>
          </a:xfrm>
          <a:prstGeom prst="rect">
            <a:avLst/>
          </a:prstGeom>
          <a:noFill/>
          <a:ln/>
        </p:spPr>
        <p:txBody>
          <a:bodyPr wrap="square" lIns="0" tIns="0" rIns="0" bIns="0" rtlCol="0" anchor="ctr"/>
          <a:lstStyle/>
          <a:p>
            <a:pPr marL="0" indent="0" algn="ctr">
              <a:lnSpc>
                <a:spcPct val="116000"/>
              </a:lnSpc>
              <a:buNone/>
            </a:pPr>
            <a:r>
              <a:rPr lang="en-US" sz="1250" i="1" dirty="0">
                <a:solidFill>
                  <a:srgbClr val="4A5568"/>
                </a:solidFill>
                <a:latin typeface="Lato" pitchFamily="34" charset="0"/>
                <a:ea typeface="Lato" pitchFamily="34" charset="-122"/>
                <a:cs typeface="Lato" pitchFamily="34" charset="-120"/>
              </a:rPr>
              <a:t>Rien ne relie une vulnérabilité remontée par la supervision à une machine que la gouvernance sait critique.</a:t>
            </a:r>
            <a:endParaRPr lang="en-US" sz="1250" i="1" dirty="0"/>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1558F530-E59E-4F8F-8B65-2096791FDD33}" type="slidenum">
              <a:rPr lang="fr-FR" sz="900" b="0">
                <a:solidFill>
                  <a:srgbClr val="4A5568"/>
                </a:solidFill>
                <a:latin typeface="Lato"/>
              </a:rPr>
              <a:t>13</a:t>
            </a:fld>
            <a:endParaRPr lang="fr-FR">
              <a:solidFill>
                <a:srgbClr val="4A5568"/>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658368" y="420624"/>
            <a:ext cx="10874959" cy="658368"/>
          </a:xfrm>
          <a:prstGeom prst="rect">
            <a:avLst/>
          </a:prstGeom>
          <a:noFill/>
          <a:ln/>
        </p:spPr>
        <p:txBody>
          <a:bodyPr wrap="square" lIns="0" tIns="0" rIns="0" bIns="0" rtlCol="0" anchor="t"/>
          <a:lstStyle/>
          <a:p>
            <a:pPr marL="0" indent="0">
              <a:buNone/>
            </a:pPr>
            <a:r>
              <a:rPr lang="en-US" sz="3000" b="1" dirty="0">
                <a:solidFill>
                  <a:srgbClr val="1B2A4A"/>
                </a:solidFill>
                <a:latin typeface="Lato" pitchFamily="34" charset="0"/>
                <a:ea typeface="Lato" pitchFamily="34" charset="-122"/>
                <a:cs typeface="Lato" pitchFamily="34" charset="-120"/>
              </a:rPr>
              <a:t>Formule de notation contextualisée</a:t>
            </a:r>
            <a:endParaRPr lang="en-US" sz="3000" dirty="0"/>
          </a:p>
        </p:txBody>
      </p:sp>
      <p:sp>
        <p:nvSpPr>
          <p:cNvPr id="3" name="Shape 1"/>
          <p:cNvSpPr/>
          <p:nvPr/>
        </p:nvSpPr>
        <p:spPr>
          <a:xfrm>
            <a:off x="658368" y="1426464"/>
            <a:ext cx="10874959" cy="1133856"/>
          </a:xfrm>
          <a:prstGeom prst="rect">
            <a:avLst/>
          </a:prstGeom>
          <a:solidFill>
            <a:srgbClr val="1B2A4A"/>
          </a:solidFill>
          <a:ln/>
        </p:spPr>
        <p:txBody>
          <a:bodyPr/>
          <a:lstStyle/>
          <a:p>
            <a:endParaRPr lang="fr-FR"/>
          </a:p>
        </p:txBody>
      </p:sp>
      <p:sp>
        <p:nvSpPr>
          <p:cNvPr id="4" name="Text 2"/>
          <p:cNvSpPr txBox="1"/>
          <p:nvPr/>
        </p:nvSpPr>
        <p:spPr>
          <a:xfrm>
            <a:off x="658368" y="1426464"/>
            <a:ext cx="10874959" cy="1133856"/>
          </a:xfrm>
          <a:prstGeom prst="rect">
            <a:avLst/>
          </a:prstGeom>
          <a:noFill/>
          <a:ln/>
        </p:spPr>
        <p:txBody>
          <a:bodyPr wrap="square" lIns="0" tIns="0" rIns="0" bIns="0" rtlCol="0" anchor="ctr"/>
          <a:lstStyle/>
          <a:p>
            <a:pPr marL="0" indent="0" algn="ctr">
              <a:buNone/>
            </a:pPr>
            <a:r>
              <a:rPr lang="en-US" sz="3000" b="1" dirty="0">
                <a:solidFill>
                  <a:srgbClr val="FFFFFF"/>
                </a:solidFill>
                <a:latin typeface="Lato" pitchFamily="34" charset="0"/>
                <a:ea typeface="Lato" pitchFamily="34" charset="-122"/>
                <a:cs typeface="Lato" pitchFamily="34" charset="-120"/>
              </a:rPr>
              <a:t>Score  =  </a:t>
            </a:r>
            <a:r>
              <a:rPr lang="en-US" sz="3000" b="1" dirty="0">
                <a:solidFill>
                  <a:srgbClr val="C5A55A"/>
                </a:solidFill>
                <a:latin typeface="Lato" pitchFamily="34" charset="0"/>
                <a:ea typeface="Lato" pitchFamily="34" charset="-122"/>
                <a:cs typeface="Lato" pitchFamily="34" charset="-120"/>
              </a:rPr>
              <a:t>CVSS</a:t>
            </a:r>
            <a:r>
              <a:rPr lang="en-US" sz="3000" b="1" dirty="0">
                <a:solidFill>
                  <a:srgbClr val="FFFFFF"/>
                </a:solidFill>
                <a:latin typeface="Lato" pitchFamily="34" charset="0"/>
                <a:ea typeface="Lato" pitchFamily="34" charset="-122"/>
                <a:cs typeface="Lato" pitchFamily="34" charset="-120"/>
              </a:rPr>
              <a:t>  ×  ( 0,7 × </a:t>
            </a:r>
            <a:r>
              <a:rPr lang="en-US" sz="3000" b="1" dirty="0">
                <a:solidFill>
                  <a:srgbClr val="C5A55A"/>
                </a:solidFill>
                <a:latin typeface="Lato" pitchFamily="34" charset="0"/>
                <a:ea typeface="Lato" pitchFamily="34" charset="-122"/>
                <a:cs typeface="Lato" pitchFamily="34" charset="-120"/>
              </a:rPr>
              <a:t>(C + D + I)</a:t>
            </a:r>
            <a:r>
              <a:rPr lang="en-US" sz="3000" b="1" dirty="0">
                <a:solidFill>
                  <a:srgbClr val="FFFFFF"/>
                </a:solidFill>
                <a:latin typeface="Lato" pitchFamily="34" charset="0"/>
                <a:ea typeface="Lato" pitchFamily="34" charset="-122"/>
                <a:cs typeface="Lato" pitchFamily="34" charset="-120"/>
              </a:rPr>
              <a:t>  +  0,9 × </a:t>
            </a:r>
            <a:r>
              <a:rPr lang="en-US" sz="3000" b="1" dirty="0">
                <a:solidFill>
                  <a:srgbClr val="C5A55A"/>
                </a:solidFill>
                <a:latin typeface="Lato" pitchFamily="34" charset="0"/>
                <a:ea typeface="Lato" pitchFamily="34" charset="-122"/>
                <a:cs typeface="Lato" pitchFamily="34" charset="-120"/>
              </a:rPr>
              <a:t>VM</a:t>
            </a:r>
            <a:r>
              <a:rPr lang="en-US" sz="3000" b="1" dirty="0">
                <a:solidFill>
                  <a:srgbClr val="FFFFFF"/>
                </a:solidFill>
                <a:latin typeface="Lato" pitchFamily="34" charset="0"/>
                <a:ea typeface="Lato" pitchFamily="34" charset="-122"/>
                <a:cs typeface="Lato" pitchFamily="34" charset="-120"/>
              </a:rPr>
              <a:t> ) </a:t>
            </a:r>
            <a:endParaRPr lang="en-US" sz="3000" dirty="0"/>
          </a:p>
        </p:txBody>
      </p:sp>
      <p:sp>
        <p:nvSpPr>
          <p:cNvPr id="5" name="Shape 3"/>
          <p:cNvSpPr/>
          <p:nvPr/>
        </p:nvSpPr>
        <p:spPr>
          <a:xfrm>
            <a:off x="2286000" y="2560320"/>
            <a:ext cx="0" cy="310896"/>
          </a:xfrm>
          <a:prstGeom prst="line">
            <a:avLst/>
          </a:prstGeom>
          <a:noFill/>
          <a:ln w="20320">
            <a:solidFill>
              <a:srgbClr val="C5A55A"/>
            </a:solidFill>
            <a:prstDash val="solid"/>
          </a:ln>
        </p:spPr>
        <p:txBody>
          <a:bodyPr/>
          <a:lstStyle/>
          <a:p>
            <a:endParaRPr lang="fr-FR"/>
          </a:p>
        </p:txBody>
      </p:sp>
      <p:sp>
        <p:nvSpPr>
          <p:cNvPr id="6" name="Text 4"/>
          <p:cNvSpPr txBox="1"/>
          <p:nvPr/>
        </p:nvSpPr>
        <p:spPr>
          <a:xfrm>
            <a:off x="658368" y="2944368"/>
            <a:ext cx="3291840" cy="384048"/>
          </a:xfrm>
          <a:prstGeom prst="rect">
            <a:avLst/>
          </a:prstGeom>
          <a:noFill/>
          <a:ln/>
        </p:spPr>
        <p:txBody>
          <a:bodyPr wrap="square" lIns="0" tIns="0" rIns="0" bIns="0" rtlCol="0" anchor="ctr"/>
          <a:lstStyle/>
          <a:p>
            <a:pPr marL="0" indent="0" algn="ctr">
              <a:buNone/>
            </a:pPr>
            <a:r>
              <a:rPr lang="en-US" sz="2100" b="1" dirty="0">
                <a:solidFill>
                  <a:srgbClr val="C5A55A"/>
                </a:solidFill>
                <a:latin typeface="Lato" pitchFamily="34" charset="0"/>
                <a:ea typeface="Lato" pitchFamily="34" charset="-122"/>
                <a:cs typeface="Lato" pitchFamily="34" charset="-120"/>
              </a:rPr>
              <a:t>CVSS</a:t>
            </a:r>
            <a:endParaRPr lang="en-US" sz="2100" dirty="0"/>
          </a:p>
        </p:txBody>
      </p:sp>
      <p:sp>
        <p:nvSpPr>
          <p:cNvPr id="7" name="Text 5"/>
          <p:cNvSpPr txBox="1"/>
          <p:nvPr/>
        </p:nvSpPr>
        <p:spPr>
          <a:xfrm>
            <a:off x="658368" y="3364992"/>
            <a:ext cx="3291840" cy="365760"/>
          </a:xfrm>
          <a:prstGeom prst="rect">
            <a:avLst/>
          </a:prstGeom>
          <a:noFill/>
          <a:ln/>
        </p:spPr>
        <p:txBody>
          <a:bodyPr wrap="square" lIns="0" tIns="0" rIns="0" bIns="0" rtlCol="0" anchor="ctr"/>
          <a:lstStyle/>
          <a:p>
            <a:pPr marL="0" indent="0" algn="ctr">
              <a:lnSpc>
                <a:spcPct val="110000"/>
              </a:lnSpc>
              <a:buNone/>
            </a:pPr>
            <a:r>
              <a:rPr lang="en-US" sz="1400" b="1" dirty="0">
                <a:solidFill>
                  <a:srgbClr val="1B2A4A"/>
                </a:solidFill>
                <a:latin typeface="Lato" pitchFamily="34" charset="0"/>
                <a:ea typeface="Lato" pitchFamily="34" charset="-122"/>
                <a:cs typeface="Lato" pitchFamily="34" charset="-120"/>
              </a:rPr>
              <a:t>Gravité intrinsèque</a:t>
            </a:r>
            <a:endParaRPr lang="en-US" sz="1400" dirty="0"/>
          </a:p>
        </p:txBody>
      </p:sp>
      <p:sp>
        <p:nvSpPr>
          <p:cNvPr id="8" name="Text 6"/>
          <p:cNvSpPr txBox="1"/>
          <p:nvPr/>
        </p:nvSpPr>
        <p:spPr>
          <a:xfrm>
            <a:off x="822960" y="3803904"/>
            <a:ext cx="2962656" cy="1005840"/>
          </a:xfrm>
          <a:prstGeom prst="rect">
            <a:avLst/>
          </a:prstGeom>
          <a:noFill/>
          <a:ln/>
        </p:spPr>
        <p:txBody>
          <a:bodyPr wrap="square" lIns="0" tIns="0" rIns="0" bIns="0" rtlCol="0" anchor="t"/>
          <a:lstStyle/>
          <a:p>
            <a:pPr marL="0" indent="0" algn="ctr">
              <a:lnSpc>
                <a:spcPct val="118000"/>
              </a:lnSpc>
              <a:buNone/>
            </a:pPr>
            <a:r>
              <a:rPr lang="en-US" sz="1250" dirty="0">
                <a:solidFill>
                  <a:srgbClr val="4A5568"/>
                </a:solidFill>
                <a:latin typeface="Lato" pitchFamily="34" charset="0"/>
                <a:ea typeface="Lato" pitchFamily="34" charset="-122"/>
                <a:cs typeface="Lato" pitchFamily="34" charset="-120"/>
              </a:rPr>
              <a:t>CVSS (Common Vulnerability Scoring System) : note de 0 (aucune) à 10 (critique), calculée à partir de l'exploitabilité et de l'impact.</a:t>
            </a:r>
            <a:endParaRPr lang="en-US" sz="1250" dirty="0"/>
          </a:p>
        </p:txBody>
      </p:sp>
      <p:sp>
        <p:nvSpPr>
          <p:cNvPr id="9" name="Shape 7"/>
          <p:cNvSpPr/>
          <p:nvPr/>
        </p:nvSpPr>
        <p:spPr>
          <a:xfrm>
            <a:off x="5989320" y="2560320"/>
            <a:ext cx="0" cy="310896"/>
          </a:xfrm>
          <a:prstGeom prst="line">
            <a:avLst/>
          </a:prstGeom>
          <a:noFill/>
          <a:ln w="20320">
            <a:solidFill>
              <a:srgbClr val="C5A55A"/>
            </a:solidFill>
            <a:prstDash val="solid"/>
          </a:ln>
        </p:spPr>
        <p:txBody>
          <a:bodyPr/>
          <a:lstStyle/>
          <a:p>
            <a:endParaRPr lang="fr-FR"/>
          </a:p>
        </p:txBody>
      </p:sp>
      <p:sp>
        <p:nvSpPr>
          <p:cNvPr id="10" name="Text 8"/>
          <p:cNvSpPr txBox="1"/>
          <p:nvPr/>
        </p:nvSpPr>
        <p:spPr>
          <a:xfrm>
            <a:off x="4361688" y="2944368"/>
            <a:ext cx="3291840" cy="384048"/>
          </a:xfrm>
          <a:prstGeom prst="rect">
            <a:avLst/>
          </a:prstGeom>
          <a:noFill/>
          <a:ln/>
        </p:spPr>
        <p:txBody>
          <a:bodyPr wrap="square" lIns="0" tIns="0" rIns="0" bIns="0" rtlCol="0" anchor="ctr"/>
          <a:lstStyle/>
          <a:p>
            <a:pPr marL="0" indent="0" algn="ctr">
              <a:buNone/>
            </a:pPr>
            <a:r>
              <a:rPr lang="en-US" sz="2100" b="1" dirty="0">
                <a:solidFill>
                  <a:srgbClr val="1B2A4A"/>
                </a:solidFill>
                <a:latin typeface="Lato" pitchFamily="34" charset="0"/>
                <a:ea typeface="Lato" pitchFamily="34" charset="-122"/>
                <a:cs typeface="Lato" pitchFamily="34" charset="-120"/>
              </a:rPr>
              <a:t>C</a:t>
            </a:r>
            <a:r>
              <a:rPr lang="en-US" sz="2100" b="1" dirty="0">
                <a:solidFill>
                  <a:srgbClr val="C5A55A"/>
                </a:solidFill>
                <a:latin typeface="Lato" pitchFamily="34" charset="0"/>
                <a:ea typeface="Lato" pitchFamily="34" charset="-122"/>
                <a:cs typeface="Lato" pitchFamily="34" charset="-120"/>
              </a:rPr>
              <a:t> + </a:t>
            </a:r>
            <a:r>
              <a:rPr lang="en-US" sz="2100" b="1" dirty="0">
                <a:solidFill>
                  <a:srgbClr val="C5A55A"/>
                </a:solidFill>
                <a:latin typeface="Lato" pitchFamily="34" charset="0"/>
                <a:ea typeface="Lato" pitchFamily="34" charset="-122"/>
                <a:cs typeface="Lato" pitchFamily="34" charset="-120"/>
              </a:rPr>
              <a:t>D</a:t>
            </a:r>
            <a:r>
              <a:rPr lang="en-US" sz="2100" b="1" dirty="0">
                <a:solidFill>
                  <a:srgbClr val="C5A55A"/>
                </a:solidFill>
                <a:latin typeface="Lato" pitchFamily="34" charset="0"/>
                <a:ea typeface="Lato" pitchFamily="34" charset="-122"/>
                <a:cs typeface="Lato" pitchFamily="34" charset="-120"/>
              </a:rPr>
              <a:t> + </a:t>
            </a:r>
            <a:r>
              <a:rPr lang="en-US" sz="2100" b="1" dirty="0">
                <a:solidFill>
                  <a:srgbClr val="4A5568"/>
                </a:solidFill>
                <a:latin typeface="Lato" pitchFamily="34" charset="0"/>
                <a:ea typeface="Lato" pitchFamily="34" charset="-122"/>
                <a:cs typeface="Lato" pitchFamily="34" charset="-120"/>
              </a:rPr>
              <a:t>I</a:t>
            </a:r>
            <a:endParaRPr lang="en-US" sz="2100" dirty="0"/>
          </a:p>
        </p:txBody>
      </p:sp>
      <p:sp>
        <p:nvSpPr>
          <p:cNvPr id="11" name="Text 9"/>
          <p:cNvSpPr txBox="1"/>
          <p:nvPr/>
        </p:nvSpPr>
        <p:spPr>
          <a:xfrm>
            <a:off x="4361688" y="3364992"/>
            <a:ext cx="3291840" cy="365760"/>
          </a:xfrm>
          <a:prstGeom prst="rect">
            <a:avLst/>
          </a:prstGeom>
          <a:noFill/>
          <a:ln/>
        </p:spPr>
        <p:txBody>
          <a:bodyPr wrap="square" lIns="0" tIns="0" rIns="0" bIns="0" rtlCol="0" anchor="ctr"/>
          <a:lstStyle/>
          <a:p>
            <a:pPr marL="0" indent="0" algn="ctr">
              <a:lnSpc>
                <a:spcPct val="110000"/>
              </a:lnSpc>
              <a:buNone/>
            </a:pPr>
            <a:r>
              <a:rPr lang="en-US" sz="1400" b="1" dirty="0">
                <a:solidFill>
                  <a:srgbClr val="1B2A4A"/>
                </a:solidFill>
                <a:latin typeface="Lato" pitchFamily="34" charset="0"/>
                <a:ea typeface="Lato" pitchFamily="34" charset="-122"/>
                <a:cs typeface="Lato" pitchFamily="34" charset="-120"/>
              </a:rPr>
              <a:t>Criticité de l'actif support</a:t>
            </a:r>
            <a:endParaRPr lang="en-US" sz="1400" dirty="0"/>
          </a:p>
        </p:txBody>
      </p:sp>
      <p:sp>
        <p:nvSpPr>
          <p:cNvPr id="12" name="Text 10"/>
          <p:cNvSpPr txBox="1"/>
          <p:nvPr/>
        </p:nvSpPr>
        <p:spPr>
          <a:xfrm>
            <a:off x="4526280" y="3803904"/>
            <a:ext cx="2962656" cy="1005840"/>
          </a:xfrm>
          <a:prstGeom prst="rect">
            <a:avLst/>
          </a:prstGeom>
          <a:noFill/>
          <a:ln/>
        </p:spPr>
        <p:txBody>
          <a:bodyPr wrap="square" lIns="0" tIns="0" rIns="0" bIns="0" rtlCol="0" anchor="t"/>
          <a:lstStyle/>
          <a:p>
            <a:pPr marL="0" indent="0" algn="ctr">
              <a:lnSpc>
                <a:spcPct val="118000"/>
              </a:lnSpc>
              <a:buNone/>
            </a:pPr>
            <a:r>
              <a:rPr lang="en-US" sz="1250" b="1" dirty="0">
                <a:solidFill>
                  <a:srgbClr val="1B2A4A"/>
                </a:solidFill>
                <a:latin typeface="Lato" pitchFamily="34" charset="0"/>
                <a:ea typeface="Lato" pitchFamily="34" charset="-122"/>
                <a:cs typeface="Lato" pitchFamily="34" charset="-120"/>
              </a:rPr>
              <a:t>Confidentialité</a:t>
            </a:r>
            <a:r>
              <a:rPr lang="en-US" sz="1250" dirty="0">
                <a:solidFill>
                  <a:srgbClr val="4A5568"/>
                </a:solidFill>
                <a:latin typeface="Lato" pitchFamily="34" charset="0"/>
                <a:ea typeface="Lato" pitchFamily="34" charset="-122"/>
                <a:cs typeface="Lato" pitchFamily="34" charset="-120"/>
              </a:rPr>
              <a:t>, </a:t>
            </a:r>
            <a:r>
              <a:rPr lang="en-US" sz="1250" b="1" dirty="0">
                <a:solidFill>
                  <a:srgbClr val="C5A55A"/>
                </a:solidFill>
                <a:latin typeface="Lato" pitchFamily="34" charset="0"/>
                <a:ea typeface="Lato" pitchFamily="34" charset="-122"/>
                <a:cs typeface="Lato" pitchFamily="34" charset="-120"/>
              </a:rPr>
              <a:t>disponibilité</a:t>
            </a:r>
            <a:r>
              <a:rPr lang="en-US" sz="1250" dirty="0">
                <a:solidFill>
                  <a:srgbClr val="4A5568"/>
                </a:solidFill>
                <a:latin typeface="Lato" pitchFamily="34" charset="0"/>
                <a:ea typeface="Lato" pitchFamily="34" charset="-122"/>
                <a:cs typeface="Lato" pitchFamily="34" charset="-120"/>
              </a:rPr>
              <a:t>, </a:t>
            </a:r>
            <a:r>
              <a:rPr lang="en-US" sz="1250" b="1" dirty="0">
                <a:solidFill>
                  <a:srgbClr val="4A5568"/>
                </a:solidFill>
                <a:latin typeface="Lato" pitchFamily="34" charset="0"/>
                <a:ea typeface="Lato" pitchFamily="34" charset="-122"/>
                <a:cs typeface="Lato" pitchFamily="34" charset="-120"/>
              </a:rPr>
              <a:t>intégrité</a:t>
            </a:r>
            <a:r>
              <a:rPr lang="en-US" sz="1250" dirty="0">
                <a:solidFill>
                  <a:srgbClr val="4A5568"/>
                </a:solidFill>
                <a:latin typeface="Lato" pitchFamily="34" charset="0"/>
                <a:ea typeface="Lato" pitchFamily="34" charset="-122"/>
                <a:cs typeface="Lato" pitchFamily="34" charset="-120"/>
              </a:rPr>
              <a:t>, de 0 à 4 chacune. Exemple : le Portainer en cloud est coté 4-4-4, soit 12, le maximum.</a:t>
            </a:r>
            <a:endParaRPr lang="en-US" sz="1250" dirty="0"/>
          </a:p>
        </p:txBody>
      </p:sp>
      <p:sp>
        <p:nvSpPr>
          <p:cNvPr id="13" name="Shape 11"/>
          <p:cNvSpPr/>
          <p:nvPr/>
        </p:nvSpPr>
        <p:spPr>
          <a:xfrm>
            <a:off x="9692640" y="2560320"/>
            <a:ext cx="0" cy="310896"/>
          </a:xfrm>
          <a:prstGeom prst="line">
            <a:avLst/>
          </a:prstGeom>
          <a:noFill/>
          <a:ln w="20320">
            <a:solidFill>
              <a:srgbClr val="C5A55A"/>
            </a:solidFill>
            <a:prstDash val="solid"/>
          </a:ln>
        </p:spPr>
        <p:txBody>
          <a:bodyPr/>
          <a:lstStyle/>
          <a:p>
            <a:endParaRPr lang="fr-FR"/>
          </a:p>
        </p:txBody>
      </p:sp>
      <p:sp>
        <p:nvSpPr>
          <p:cNvPr id="14" name="Text 12"/>
          <p:cNvSpPr txBox="1"/>
          <p:nvPr/>
        </p:nvSpPr>
        <p:spPr>
          <a:xfrm>
            <a:off x="8065008" y="2944368"/>
            <a:ext cx="3291840" cy="384048"/>
          </a:xfrm>
          <a:prstGeom prst="rect">
            <a:avLst/>
          </a:prstGeom>
          <a:noFill/>
          <a:ln/>
        </p:spPr>
        <p:txBody>
          <a:bodyPr wrap="square" lIns="0" tIns="0" rIns="0" bIns="0" rtlCol="0" anchor="ctr"/>
          <a:lstStyle/>
          <a:p>
            <a:pPr marL="0" indent="0" algn="ctr">
              <a:buNone/>
            </a:pPr>
            <a:r>
              <a:rPr lang="en-US" sz="2100" b="1" dirty="0">
                <a:solidFill>
                  <a:srgbClr val="C5A55A"/>
                </a:solidFill>
                <a:latin typeface="Lato" pitchFamily="34" charset="0"/>
                <a:ea typeface="Lato" pitchFamily="34" charset="-122"/>
                <a:cs typeface="Lato" pitchFamily="34" charset="-120"/>
              </a:rPr>
              <a:t>VM</a:t>
            </a:r>
            <a:endParaRPr lang="en-US" sz="2100" dirty="0"/>
          </a:p>
        </p:txBody>
      </p:sp>
      <p:sp>
        <p:nvSpPr>
          <p:cNvPr id="15" name="Text 13"/>
          <p:cNvSpPr txBox="1"/>
          <p:nvPr/>
        </p:nvSpPr>
        <p:spPr>
          <a:xfrm>
            <a:off x="8065008" y="3364992"/>
            <a:ext cx="3291840" cy="365760"/>
          </a:xfrm>
          <a:prstGeom prst="rect">
            <a:avLst/>
          </a:prstGeom>
          <a:noFill/>
          <a:ln/>
        </p:spPr>
        <p:txBody>
          <a:bodyPr wrap="square" lIns="0" tIns="0" rIns="0" bIns="0" rtlCol="0" anchor="ctr"/>
          <a:lstStyle/>
          <a:p>
            <a:pPr marL="0" indent="0" algn="ctr">
              <a:lnSpc>
                <a:spcPct val="110000"/>
              </a:lnSpc>
              <a:buNone/>
            </a:pPr>
            <a:r>
              <a:rPr lang="en-US" sz="1400" b="1" dirty="0">
                <a:solidFill>
                  <a:srgbClr val="1B2A4A"/>
                </a:solidFill>
                <a:latin typeface="Lato" pitchFamily="34" charset="0"/>
                <a:ea typeface="Lato" pitchFamily="34" charset="-122"/>
                <a:cs typeface="Lato" pitchFamily="34" charset="-120"/>
              </a:rPr>
              <a:t>Valeur métier portée</a:t>
            </a:r>
            <a:endParaRPr lang="en-US" sz="1400" dirty="0"/>
          </a:p>
        </p:txBody>
      </p:sp>
      <p:sp>
        <p:nvSpPr>
          <p:cNvPr id="16" name="Text 14"/>
          <p:cNvSpPr txBox="1"/>
          <p:nvPr/>
        </p:nvSpPr>
        <p:spPr>
          <a:xfrm>
            <a:off x="8229600" y="3803904"/>
            <a:ext cx="2962656" cy="1005840"/>
          </a:xfrm>
          <a:prstGeom prst="rect">
            <a:avLst/>
          </a:prstGeom>
          <a:noFill/>
          <a:ln/>
        </p:spPr>
        <p:txBody>
          <a:bodyPr wrap="square" lIns="0" tIns="0" rIns="0" bIns="0" rtlCol="0" anchor="t"/>
          <a:lstStyle/>
          <a:p>
            <a:pPr marL="0" indent="0" algn="ctr">
              <a:lnSpc>
                <a:spcPct val="118000"/>
              </a:lnSpc>
              <a:buNone/>
            </a:pPr>
            <a:r>
              <a:rPr lang="en-US" sz="1250" dirty="0">
                <a:solidFill>
                  <a:srgbClr val="4A5568"/>
                </a:solidFill>
                <a:latin typeface="Lato" pitchFamily="34" charset="0"/>
                <a:ea typeface="Lato" pitchFamily="34" charset="-122"/>
                <a:cs typeface="Lato" pitchFamily="34" charset="-120"/>
              </a:rPr>
              <a:t>Criticité de l'activité que la machine sert, notée de 0 à 4 comme chaque composante du CDI. C'est l'apport de cette version par rapport à celle de 2023.</a:t>
            </a:r>
            <a:endParaRPr lang="en-US" sz="1250" dirty="0"/>
          </a:p>
        </p:txBody>
      </p:sp>
      <p:sp>
        <p:nvSpPr>
          <p:cNvPr id="17" name="Shape 15"/>
          <p:cNvSpPr/>
          <p:nvPr/>
        </p:nvSpPr>
        <p:spPr>
          <a:xfrm>
            <a:off x="658368" y="4956048"/>
            <a:ext cx="10874959" cy="841248"/>
          </a:xfrm>
          <a:prstGeom prst="rect">
            <a:avLst/>
          </a:prstGeom>
          <a:solidFill>
            <a:srgbClr val="F2F4F8"/>
          </a:solidFill>
          <a:ln/>
        </p:spPr>
        <p:txBody>
          <a:bodyPr/>
          <a:lstStyle/>
          <a:p>
            <a:endParaRPr lang="fr-FR"/>
          </a:p>
        </p:txBody>
      </p:sp>
      <p:sp>
        <p:nvSpPr>
          <p:cNvPr id="18" name="Text 16"/>
          <p:cNvSpPr txBox="1"/>
          <p:nvPr/>
        </p:nvSpPr>
        <p:spPr>
          <a:xfrm>
            <a:off x="932688" y="4956048"/>
            <a:ext cx="10326319" cy="841248"/>
          </a:xfrm>
          <a:prstGeom prst="rect">
            <a:avLst/>
          </a:prstGeom>
          <a:noFill/>
          <a:ln/>
        </p:spPr>
        <p:txBody>
          <a:bodyPr wrap="square" lIns="0" tIns="0" rIns="0" bIns="0" rtlCol="0" anchor="ctr"/>
          <a:lstStyle/>
          <a:p>
            <a:pPr marL="0" indent="0">
              <a:lnSpc>
                <a:spcPct val="114000"/>
              </a:lnSpc>
              <a:buNone/>
            </a:pPr>
            <a:r>
              <a:rPr lang="en-US" sz="1300" b="1" dirty="0">
                <a:solidFill>
                  <a:srgbClr val="C5A55A"/>
                </a:solidFill>
                <a:latin typeface="Lato" pitchFamily="34" charset="0"/>
                <a:ea typeface="Lato" pitchFamily="34" charset="-122"/>
                <a:cs typeface="Lato" pitchFamily="34" charset="-120"/>
              </a:rPr>
              <a:t>Donnée manquante : le terme prend une valeur neutre et la formule redonne le résultat de la version antérieure. Une donnée absente ne fabrique pas un risque.</a:t>
            </a:r>
            <a:endParaRPr lang="en-US" sz="1300" dirty="0"/>
          </a:p>
        </p:txBody>
      </p:sp>
      <p:sp>
        <p:nvSpPr>
          <p:cNvPr id="952" name="Kicker 952"/>
          <p:cNvSpPr txBox="1"/>
          <p:nvPr/>
        </p:nvSpPr>
        <p:spPr>
          <a:xfrm>
            <a:off x="658368" y="146304"/>
            <a:ext cx="10874959" cy="256032"/>
          </a:xfrm>
          <a:prstGeom prst="rect">
            <a:avLst/>
          </a:prstGeom>
          <a:noFill/>
          <a:ln/>
        </p:spPr>
        <p:txBody>
          <a:bodyPr wrap="square" lIns="0" tIns="0" rIns="0" bIns="0" rtlCol="0" anchor="ctr"/>
          <a:lstStyle/>
          <a:p>
            <a:pPr marL="0" indent="0">
              <a:buNone/>
            </a:pPr>
            <a:r>
              <a:rPr lang="fr-FR" sz="1100" b="1" kern="0" spc="220" dirty="0">
                <a:solidFill>
                  <a:srgbClr val="C5A55A"/>
                </a:solidFill>
                <a:latin typeface="Lato" pitchFamily="34" charset="0"/>
              </a:rPr>
              <a:t>BRIQUE 3 · LA NOTATION CONTEXTUALISÉE</a:t>
            </a:r>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0ECF1578-D7BE-4838-8174-D377E96AE7CE}" type="slidenum">
              <a:rPr lang="fr-FR" sz="900" b="0">
                <a:solidFill>
                  <a:srgbClr val="4A5568"/>
                </a:solidFill>
                <a:latin typeface="Lato"/>
              </a:rPr>
              <a:t>27</a:t>
            </a:fld>
            <a:endParaRPr lang="fr-FR">
              <a:solidFill>
                <a:srgbClr val="4A5568"/>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58368" y="420624"/>
            <a:ext cx="10874959" cy="658368"/>
          </a:xfrm>
          <a:prstGeom prst="rect">
            <a:avLst/>
          </a:prstGeom>
          <a:noFill/>
          <a:ln/>
        </p:spPr>
        <p:txBody>
          <a:bodyPr wrap="square" lIns="0" tIns="0" rIns="0" bIns="0" rtlCol="0" anchor="t"/>
          <a:lstStyle/>
          <a:p>
            <a:pPr marL="0" indent="0">
              <a:buNone/>
            </a:pPr>
            <a:r>
              <a:rPr lang="en-US" sz="3000" b="1" dirty="0">
                <a:solidFill>
                  <a:srgbClr val="1B2A4A"/>
                </a:solidFill>
                <a:latin typeface="Lato" pitchFamily="34" charset="0"/>
                <a:ea typeface="Lato" pitchFamily="34" charset="-122"/>
                <a:cs typeface="Lato" pitchFamily="34" charset="-120"/>
              </a:rPr>
              <a:t>État de fonctionnement du démonstrateur</a:t>
            </a:r>
            <a:endParaRPr lang="en-US" sz="3000" dirty="0"/>
          </a:p>
        </p:txBody>
      </p:sp>
      <p:sp>
        <p:nvSpPr>
          <p:cNvPr id="3" name="Text 1"/>
          <p:cNvSpPr txBox="1"/>
          <p:nvPr/>
        </p:nvSpPr>
        <p:spPr>
          <a:xfrm>
            <a:off x="658368" y="1426464"/>
            <a:ext cx="2560320" cy="676656"/>
          </a:xfrm>
          <a:prstGeom prst="rect">
            <a:avLst/>
          </a:prstGeom>
          <a:noFill/>
          <a:ln/>
        </p:spPr>
        <p:txBody>
          <a:bodyPr wrap="square" lIns="0" tIns="0" rIns="0" bIns="0" rtlCol="0" anchor="ctr"/>
          <a:lstStyle/>
          <a:p>
            <a:pPr marL="0" indent="0" algn="l">
              <a:buNone/>
            </a:pPr>
            <a:r>
              <a:rPr lang="en-US" sz="4200" b="1" dirty="0">
                <a:solidFill>
                  <a:srgbClr val="C5A55A"/>
                </a:solidFill>
                <a:latin typeface="Lato" pitchFamily="34" charset="0"/>
                <a:ea typeface="Lato" pitchFamily="34" charset="-122"/>
                <a:cs typeface="Lato" pitchFamily="34" charset="-120"/>
              </a:rPr>
              <a:t>75</a:t>
            </a:r>
            <a:endParaRPr lang="en-US" sz="4200" dirty="0"/>
          </a:p>
        </p:txBody>
      </p:sp>
      <p:sp>
        <p:nvSpPr>
          <p:cNvPr id="4" name="Text 2"/>
          <p:cNvSpPr txBox="1"/>
          <p:nvPr/>
        </p:nvSpPr>
        <p:spPr>
          <a:xfrm>
            <a:off x="658368" y="2084832"/>
            <a:ext cx="2560320" cy="566928"/>
          </a:xfrm>
          <a:prstGeom prst="rect">
            <a:avLst/>
          </a:prstGeom>
          <a:noFill/>
          <a:ln/>
        </p:spPr>
        <p:txBody>
          <a:bodyPr wrap="square" lIns="0" tIns="0" rIns="0" bIns="0" rtlCol="0" anchor="t"/>
          <a:lstStyle/>
          <a:p>
            <a:pPr marL="0" indent="0" algn="l">
              <a:lnSpc>
                <a:spcPct val="112000"/>
              </a:lnSpc>
              <a:buNone/>
            </a:pPr>
            <a:r>
              <a:rPr lang="en-US" sz="1150" dirty="0">
                <a:solidFill>
                  <a:srgbClr val="4A5568"/>
                </a:solidFill>
                <a:latin typeface="Lato" pitchFamily="34" charset="0"/>
                <a:ea typeface="Lato" pitchFamily="34" charset="-122"/>
                <a:cs typeface="Lato" pitchFamily="34" charset="-120"/>
              </a:rPr>
              <a:t>cycles de collecte aboutis</a:t>
            </a:r>
            <a:endParaRPr lang="en-US" sz="1150" dirty="0"/>
          </a:p>
        </p:txBody>
      </p:sp>
      <p:sp>
        <p:nvSpPr>
          <p:cNvPr id="5" name="Text 3"/>
          <p:cNvSpPr txBox="1"/>
          <p:nvPr/>
        </p:nvSpPr>
        <p:spPr>
          <a:xfrm>
            <a:off x="3401568" y="1426464"/>
            <a:ext cx="2560320" cy="676656"/>
          </a:xfrm>
          <a:prstGeom prst="rect">
            <a:avLst/>
          </a:prstGeom>
          <a:noFill/>
          <a:ln/>
        </p:spPr>
        <p:txBody>
          <a:bodyPr wrap="square" lIns="0" tIns="0" rIns="0" bIns="0" rtlCol="0" anchor="ctr"/>
          <a:lstStyle/>
          <a:p>
            <a:pPr marL="0" indent="0" algn="l">
              <a:buNone/>
            </a:pPr>
            <a:r>
              <a:rPr lang="en-US" sz="4200" b="1" dirty="0">
                <a:solidFill>
                  <a:srgbClr val="C5A55A"/>
                </a:solidFill>
                <a:latin typeface="Lato" pitchFamily="34" charset="0"/>
                <a:ea typeface="Lato" pitchFamily="34" charset="-122"/>
                <a:cs typeface="Lato" pitchFamily="34" charset="-120"/>
              </a:rPr>
              <a:t>106 207</a:t>
            </a:r>
            <a:endParaRPr lang="en-US" sz="4200" dirty="0"/>
          </a:p>
        </p:txBody>
      </p:sp>
      <p:sp>
        <p:nvSpPr>
          <p:cNvPr id="6" name="Text 4"/>
          <p:cNvSpPr txBox="1"/>
          <p:nvPr/>
        </p:nvSpPr>
        <p:spPr>
          <a:xfrm>
            <a:off x="3401568" y="2084832"/>
            <a:ext cx="2560320" cy="566928"/>
          </a:xfrm>
          <a:prstGeom prst="rect">
            <a:avLst/>
          </a:prstGeom>
          <a:noFill/>
          <a:ln/>
        </p:spPr>
        <p:txBody>
          <a:bodyPr wrap="square" lIns="0" tIns="0" rIns="0" bIns="0" rtlCol="0" anchor="t"/>
          <a:lstStyle/>
          <a:p>
            <a:pPr marL="0" indent="0" algn="l">
              <a:lnSpc>
                <a:spcPct val="112000"/>
              </a:lnSpc>
              <a:buNone/>
            </a:pPr>
            <a:r>
              <a:rPr lang="en-US" sz="1150" dirty="0">
                <a:solidFill>
                  <a:srgbClr val="4A5568"/>
                </a:solidFill>
                <a:latin typeface="Lato" pitchFamily="34" charset="0"/>
                <a:ea typeface="Lato" pitchFamily="34" charset="-122"/>
                <a:cs typeface="Lato" pitchFamily="34" charset="-120"/>
              </a:rPr>
              <a:t>vulnérabilités enregistrées</a:t>
            </a:r>
            <a:endParaRPr lang="en-US" sz="1150" dirty="0"/>
          </a:p>
        </p:txBody>
      </p:sp>
      <p:sp>
        <p:nvSpPr>
          <p:cNvPr id="7" name="Text 5"/>
          <p:cNvSpPr txBox="1"/>
          <p:nvPr/>
        </p:nvSpPr>
        <p:spPr>
          <a:xfrm>
            <a:off x="6144768" y="1426464"/>
            <a:ext cx="2560320" cy="676656"/>
          </a:xfrm>
          <a:prstGeom prst="rect">
            <a:avLst/>
          </a:prstGeom>
          <a:noFill/>
          <a:ln/>
        </p:spPr>
        <p:txBody>
          <a:bodyPr wrap="square" lIns="0" tIns="0" rIns="0" bIns="0" rtlCol="0" anchor="ctr"/>
          <a:lstStyle/>
          <a:p>
            <a:pPr marL="0" indent="0" algn="l">
              <a:buNone/>
            </a:pPr>
            <a:r>
              <a:rPr lang="en-US" sz="4200" b="1" dirty="0">
                <a:solidFill>
                  <a:srgbClr val="C5A55A"/>
                </a:solidFill>
                <a:latin typeface="Lato" pitchFamily="34" charset="0"/>
                <a:ea typeface="Lato" pitchFamily="34" charset="-122"/>
                <a:cs typeface="Lato" pitchFamily="34" charset="-120"/>
              </a:rPr>
              <a:t>4</a:t>
            </a:r>
            <a:endParaRPr lang="en-US" sz="4200" dirty="0"/>
          </a:p>
        </p:txBody>
      </p:sp>
      <p:sp>
        <p:nvSpPr>
          <p:cNvPr id="8" name="Text 6"/>
          <p:cNvSpPr txBox="1"/>
          <p:nvPr/>
        </p:nvSpPr>
        <p:spPr>
          <a:xfrm>
            <a:off x="6144768" y="2084832"/>
            <a:ext cx="2560320" cy="566928"/>
          </a:xfrm>
          <a:prstGeom prst="rect">
            <a:avLst/>
          </a:prstGeom>
          <a:noFill/>
          <a:ln/>
        </p:spPr>
        <p:txBody>
          <a:bodyPr wrap="square" lIns="0" tIns="0" rIns="0" bIns="0" rtlCol="0" anchor="t"/>
          <a:lstStyle/>
          <a:p>
            <a:pPr marL="0" indent="0" algn="l">
              <a:lnSpc>
                <a:spcPct val="112000"/>
              </a:lnSpc>
              <a:buNone/>
            </a:pPr>
            <a:r>
              <a:rPr lang="en-US" sz="1150" dirty="0">
                <a:solidFill>
                  <a:srgbClr val="4A5568"/>
                </a:solidFill>
                <a:latin typeface="Lato" pitchFamily="34" charset="0"/>
                <a:ea typeface="Lato" pitchFamily="34" charset="-122"/>
                <a:cs typeface="Lato" pitchFamily="34" charset="-120"/>
              </a:rPr>
              <a:t>machines instrumentées</a:t>
            </a:r>
            <a:endParaRPr lang="en-US" sz="1150" dirty="0"/>
          </a:p>
        </p:txBody>
      </p:sp>
      <p:sp>
        <p:nvSpPr>
          <p:cNvPr id="9" name="Text 7"/>
          <p:cNvSpPr txBox="1"/>
          <p:nvPr/>
        </p:nvSpPr>
        <p:spPr>
          <a:xfrm>
            <a:off x="8887968" y="1426464"/>
            <a:ext cx="2560320" cy="676656"/>
          </a:xfrm>
          <a:prstGeom prst="rect">
            <a:avLst/>
          </a:prstGeom>
          <a:noFill/>
          <a:ln/>
        </p:spPr>
        <p:txBody>
          <a:bodyPr wrap="square" lIns="0" tIns="0" rIns="0" bIns="0" rtlCol="0" anchor="ctr"/>
          <a:lstStyle/>
          <a:p>
            <a:pPr marL="0" indent="0" algn="l">
              <a:buNone/>
            </a:pPr>
            <a:r>
              <a:rPr lang="en-US" sz="4200" b="1" dirty="0">
                <a:solidFill>
                  <a:srgbClr val="C5A55A"/>
                </a:solidFill>
                <a:latin typeface="Lato" pitchFamily="34" charset="0"/>
                <a:ea typeface="Lato" pitchFamily="34" charset="-122"/>
                <a:cs typeface="Lato" pitchFamily="34" charset="-120"/>
              </a:rPr>
              <a:t>100 %</a:t>
            </a:r>
            <a:endParaRPr lang="en-US" sz="4200" dirty="0"/>
          </a:p>
        </p:txBody>
      </p:sp>
      <p:sp>
        <p:nvSpPr>
          <p:cNvPr id="10" name="Text 8"/>
          <p:cNvSpPr txBox="1"/>
          <p:nvPr/>
        </p:nvSpPr>
        <p:spPr>
          <a:xfrm>
            <a:off x="8887968" y="2084832"/>
            <a:ext cx="2560320" cy="566928"/>
          </a:xfrm>
          <a:prstGeom prst="rect">
            <a:avLst/>
          </a:prstGeom>
          <a:noFill/>
          <a:ln/>
        </p:spPr>
        <p:txBody>
          <a:bodyPr wrap="square" lIns="0" tIns="0" rIns="0" bIns="0" rtlCol="0" anchor="t"/>
          <a:lstStyle/>
          <a:p>
            <a:pPr marL="0" indent="0" algn="l">
              <a:lnSpc>
                <a:spcPct val="112000"/>
              </a:lnSpc>
              <a:buNone/>
            </a:pPr>
            <a:r>
              <a:rPr lang="en-US" sz="1150" dirty="0">
                <a:solidFill>
                  <a:srgbClr val="4A5568"/>
                </a:solidFill>
                <a:latin typeface="Lato" pitchFamily="34" charset="0"/>
                <a:ea typeface="Lato" pitchFamily="34" charset="-122"/>
                <a:cs typeface="Lato" pitchFamily="34" charset="-120"/>
              </a:rPr>
              <a:t>du périmètre révisé couvert</a:t>
            </a:r>
            <a:endParaRPr lang="en-US" sz="1150" dirty="0"/>
          </a:p>
        </p:txBody>
      </p:sp>
      <p:sp>
        <p:nvSpPr>
          <p:cNvPr id="14" name="Shape 12"/>
          <p:cNvSpPr/>
          <p:nvPr/>
        </p:nvSpPr>
        <p:spPr>
          <a:xfrm>
            <a:off x="7699248" y="2706624"/>
            <a:ext cx="3840480" cy="2834640"/>
          </a:xfrm>
          <a:prstGeom prst="rect">
            <a:avLst/>
          </a:prstGeom>
          <a:solidFill>
            <a:srgbClr val="1B2A4A"/>
          </a:solidFill>
          <a:ln/>
        </p:spPr>
        <p:txBody>
          <a:bodyPr/>
          <a:lstStyle/>
          <a:p>
            <a:endParaRPr lang="fr-FR"/>
          </a:p>
        </p:txBody>
      </p:sp>
      <p:sp>
        <p:nvSpPr>
          <p:cNvPr id="15" name="Text 13"/>
          <p:cNvSpPr txBox="1"/>
          <p:nvPr/>
        </p:nvSpPr>
        <p:spPr>
          <a:xfrm>
            <a:off x="7955280" y="2944368"/>
            <a:ext cx="3383280" cy="603504"/>
          </a:xfrm>
          <a:prstGeom prst="rect">
            <a:avLst/>
          </a:prstGeom>
          <a:noFill/>
          <a:ln/>
        </p:spPr>
        <p:txBody>
          <a:bodyPr wrap="square" lIns="0" tIns="0" rIns="0" bIns="0" rtlCol="0" anchor="ctr"/>
          <a:lstStyle/>
          <a:p>
            <a:pPr marL="0" indent="0">
              <a:lnSpc>
                <a:spcPct val="110000"/>
              </a:lnSpc>
              <a:buNone/>
            </a:pPr>
            <a:r>
              <a:rPr lang="en-US" sz="1600" b="1" dirty="0">
                <a:solidFill>
                  <a:srgbClr val="C5A55A"/>
                </a:solidFill>
                <a:latin typeface="Lato" pitchFamily="34" charset="0"/>
                <a:ea typeface="Lato" pitchFamily="34" charset="-122"/>
                <a:cs typeface="Lato" pitchFamily="34" charset="-120"/>
              </a:rPr>
              <a:t>Pourquoi 4 machines et non 20</a:t>
            </a:r>
            <a:endParaRPr lang="en-US" sz="1600" dirty="0"/>
          </a:p>
        </p:txBody>
      </p:sp>
      <p:sp>
        <p:nvSpPr>
          <p:cNvPr id="16" name="Text 14"/>
          <p:cNvSpPr txBox="1"/>
          <p:nvPr/>
        </p:nvSpPr>
        <p:spPr>
          <a:xfrm>
            <a:off x="7955280" y="3657600"/>
            <a:ext cx="3383280" cy="822960"/>
          </a:xfrm>
          <a:prstGeom prst="rect">
            <a:avLst/>
          </a:prstGeom>
          <a:noFill/>
          <a:ln/>
        </p:spPr>
        <p:txBody>
          <a:bodyPr wrap="square" lIns="0" tIns="0" rIns="0" bIns="0" rtlCol="0" anchor="t"/>
          <a:lstStyle/>
          <a:p>
            <a:pPr marL="0" indent="0" algn="l">
              <a:lnSpc>
                <a:spcPct val="118000"/>
              </a:lnSpc>
              <a:buNone/>
            </a:pPr>
            <a:r>
              <a:rPr lang="en-US" sz="1300" dirty="0">
                <a:solidFill>
                  <a:srgbClr val="D5DAE4"/>
                </a:solidFill>
                <a:latin typeface="Lato" pitchFamily="34" charset="0"/>
                <a:ea typeface="Lato" pitchFamily="34" charset="-122"/>
                <a:cs typeface="Lato" pitchFamily="34" charset="-120"/>
              </a:rPr>
              <a:t>Périmètre resserré après constat que les référentiels n'étaient pas alimentés au niveau attendu.</a:t>
            </a:r>
            <a:endParaRPr lang="en-US" sz="1300" dirty="0"/>
          </a:p>
        </p:txBody>
      </p:sp>
      <p:sp>
        <p:nvSpPr>
          <p:cNvPr id="17" name="Shape 15"/>
          <p:cNvSpPr/>
          <p:nvPr/>
        </p:nvSpPr>
        <p:spPr>
          <a:xfrm>
            <a:off x="7955280" y="4517136"/>
            <a:ext cx="3383280" cy="25603"/>
          </a:xfrm>
          <a:prstGeom prst="rect">
            <a:avLst/>
          </a:prstGeom>
          <a:solidFill>
            <a:srgbClr val="34456B"/>
          </a:solidFill>
          <a:ln/>
        </p:spPr>
        <p:txBody>
          <a:bodyPr/>
          <a:lstStyle/>
          <a:p>
            <a:endParaRPr lang="fr-FR"/>
          </a:p>
        </p:txBody>
      </p:sp>
      <p:sp>
        <p:nvSpPr>
          <p:cNvPr id="18" name="Text 16"/>
          <p:cNvSpPr txBox="1"/>
          <p:nvPr/>
        </p:nvSpPr>
        <p:spPr>
          <a:xfrm>
            <a:off x="7955280" y="4700016"/>
            <a:ext cx="3383280" cy="640080"/>
          </a:xfrm>
          <a:prstGeom prst="rect">
            <a:avLst/>
          </a:prstGeom>
          <a:noFill/>
          <a:ln/>
        </p:spPr>
        <p:txBody>
          <a:bodyPr wrap="square" lIns="0" tIns="0" rIns="0" bIns="0" rtlCol="0" anchor="ctr"/>
          <a:lstStyle/>
          <a:p>
            <a:pPr marL="0" indent="0">
              <a:lnSpc>
                <a:spcPct val="116000"/>
              </a:lnSpc>
              <a:buNone/>
            </a:pPr>
            <a:r>
              <a:rPr lang="en-US" sz="1300" b="1" dirty="0">
                <a:solidFill>
                  <a:srgbClr val="FFFFFF"/>
                </a:solidFill>
                <a:latin typeface="Lato" pitchFamily="34" charset="0"/>
                <a:ea typeface="Lato" pitchFamily="34" charset="-122"/>
                <a:cs typeface="Lato" pitchFamily="34" charset="-120"/>
              </a:rPr>
              <a:t>Chaîne complète opérationnelle sur ce périmètre. Les données de la démonstration sont des données de test.</a:t>
            </a:r>
            <a:endParaRPr lang="en-US" sz="1300" dirty="0"/>
          </a:p>
        </p:txBody>
      </p:sp>
      <p:sp>
        <p:nvSpPr>
          <p:cNvPr id="901" name="Rounded Rectangle 900"/>
          <p:cNvSpPr/>
          <p:nvPr/>
        </p:nvSpPr>
        <p:spPr>
          <a:xfrm>
            <a:off x="658368" y="2950000"/>
            <a:ext cx="6800000" cy="1150000"/>
          </a:xfrm>
          <a:prstGeom prst="roundRect">
            <a:avLst/>
          </a:prstGeom>
          <a:solidFill>
            <a:srgbClr val="ED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02" name="TextBox 901"/>
          <p:cNvSpPr txBox="1"/>
          <p:nvPr/>
        </p:nvSpPr>
        <p:spPr>
          <a:xfrm>
            <a:off x="950976" y="3080000"/>
            <a:ext cx="6215392" cy="240000"/>
          </a:xfrm>
          <a:prstGeom prst="rect">
            <a:avLst/>
          </a:prstGeom>
          <a:noFill/>
        </p:spPr>
        <p:txBody>
          <a:bodyPr wrap="square" lIns="0" tIns="0" rIns="0" bIns="0" anchor="t">
            <a:spAutoFit/>
          </a:bodyPr>
          <a:lstStyle/>
          <a:p>
            <a:pPr algn="l"/>
            <a:r>
              <a:rPr sz="1000" b="1" i="0" spc="120">
                <a:solidFill>
                  <a:srgbClr val="C5A55A"/>
                </a:solidFill>
                <a:latin typeface="Lato"/>
              </a:rPr>
              <a:t>LA DÉMONSTRATION QUI SUIT</a:t>
            </a:r>
          </a:p>
        </p:txBody>
      </p:sp>
      <p:sp>
        <p:nvSpPr>
          <p:cNvPr id="903" name="TextBox 902"/>
          <p:cNvSpPr txBox="1"/>
          <p:nvPr/>
        </p:nvSpPr>
        <p:spPr>
          <a:xfrm>
            <a:off x="950976" y="3370000"/>
            <a:ext cx="6215392" cy="620000"/>
          </a:xfrm>
          <a:prstGeom prst="rect">
            <a:avLst/>
          </a:prstGeom>
          <a:noFill/>
        </p:spPr>
        <p:txBody>
          <a:bodyPr wrap="square" lIns="0" tIns="0" rIns="0" bIns="0" anchor="t">
            <a:spAutoFit/>
          </a:bodyPr>
          <a:lstStyle/>
          <a:p>
            <a:pPr algn="l"/>
            <a:r>
              <a:rPr sz="1250" b="0" i="0">
                <a:solidFill>
                  <a:srgbClr val="232A3A"/>
                </a:solidFill>
                <a:latin typeface="Lato"/>
              </a:rPr>
              <a:t>Six vues, dont la boucle jouée en direct sur la matrice de risques.</a:t>
            </a:r>
          </a:p>
        </p:txBody>
      </p:sp>
      <p:sp>
        <p:nvSpPr>
          <p:cNvPr id="953" name="Kicker 953"/>
          <p:cNvSpPr txBox="1"/>
          <p:nvPr/>
        </p:nvSpPr>
        <p:spPr>
          <a:xfrm>
            <a:off x="658368" y="146304"/>
            <a:ext cx="10874959" cy="256032"/>
          </a:xfrm>
          <a:prstGeom prst="rect">
            <a:avLst/>
          </a:prstGeom>
          <a:noFill/>
          <a:ln/>
        </p:spPr>
        <p:txBody>
          <a:bodyPr wrap="square" lIns="0" tIns="0" rIns="0" bIns="0" rtlCol="0" anchor="ctr"/>
          <a:lstStyle/>
          <a:p>
            <a:pPr marL="0" indent="0">
              <a:buNone/>
            </a:pPr>
            <a:r>
              <a:rPr lang="fr-FR" sz="1100" b="1" kern="0" spc="220" dirty="0">
                <a:solidFill>
                  <a:srgbClr val="C5A55A"/>
                </a:solidFill>
                <a:latin typeface="Lato" pitchFamily="34" charset="0"/>
              </a:rPr>
              <a:t>BRIQUE 1 · LA COLLECTE, EN FONCTIONNEMENT</a:t>
            </a:r>
          </a:p>
        </p:txBody>
      </p:sp>
      <p:sp>
        <p:nvSpPr>
          <p:cNvPr id="955" name="Note cycles"/>
          <p:cNvSpPr txBox="1"/>
          <p:nvPr/>
        </p:nvSpPr>
        <p:spPr>
          <a:xfrm>
            <a:off x="658368" y="4300000"/>
            <a:ext cx="6800000" cy="600000"/>
          </a:xfrm>
          <a:prstGeom prst="rect">
            <a:avLst/>
          </a:prstGeom>
          <a:noFill/>
          <a:ln/>
        </p:spPr>
        <p:txBody>
          <a:bodyPr wrap="square" lIns="0" tIns="0" rIns="0" bIns="0" anchor="t">
            <a:spAutoFit/>
          </a:bodyPr>
          <a:lstStyle/>
          <a:p>
            <a:pPr marL="0" indent="0">
              <a:buNone/>
            </a:pPr>
            <a:r>
              <a:rPr lang="fr-FR" sz="1150" b="0" i="1" dirty="0">
                <a:solidFill>
                  <a:srgbClr val="4A5568"/>
                </a:solidFill>
                <a:latin typeface="Lato" pitchFamily="34" charset="0"/>
              </a:rPr>
              <a:t>Chiffres au cycle 75, le 28/08/2026. Le rapport a été déposé au cycle 66, en juillet : le démonstrateur a continué de tourner depuis.</a:t>
            </a:r>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4C2368F2-3A92-472A-A321-34ECBBFC6A74}" type="slidenum">
              <a:rPr lang="fr-FR" sz="900" b="0">
                <a:solidFill>
                  <a:srgbClr val="4A5568"/>
                </a:solidFill>
                <a:latin typeface="Lato"/>
              </a:rPr>
              <a:t>29</a:t>
            </a:fld>
            <a:endParaRPr lang="fr-FR">
              <a:solidFill>
                <a:srgbClr val="4A5568"/>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4">
    <p:bg>
      <p:bgPr>
        <a:solidFill>
          <a:srgbClr val="1B2A4A"/>
        </a:solidFill>
        <a:effectLst/>
      </p:bgPr>
    </p:bg>
    <p:spTree>
      <p:nvGrpSpPr>
        <p:cNvPr id="1" name=""/>
        <p:cNvGrpSpPr/>
        <p:nvPr/>
      </p:nvGrpSpPr>
      <p:grpSpPr>
        <a:xfrm>
          <a:off x="0" y="0"/>
          <a:ext cx="0" cy="0"/>
          <a:chOff x="0" y="0"/>
          <a:chExt cx="0" cy="0"/>
        </a:xfrm>
      </p:grpSpPr>
      <p:sp>
        <p:nvSpPr>
          <p:cNvPr id="2" name="Text 0"/>
          <p:cNvSpPr txBox="1"/>
          <p:nvPr/>
        </p:nvSpPr>
        <p:spPr>
          <a:xfrm>
            <a:off x="566928" y="658368"/>
            <a:ext cx="1463040" cy="1280160"/>
          </a:xfrm>
          <a:prstGeom prst="rect">
            <a:avLst/>
          </a:prstGeom>
          <a:noFill/>
          <a:ln/>
        </p:spPr>
        <p:txBody>
          <a:bodyPr wrap="square" lIns="0" tIns="0" rIns="0" bIns="0" rtlCol="0" anchor="ctr"/>
          <a:lstStyle/>
          <a:p>
            <a:pPr marL="0" indent="0">
              <a:buNone/>
            </a:pPr>
            <a:r>
              <a:rPr lang="en-US" sz="12000" b="1" dirty="0">
                <a:solidFill>
                  <a:srgbClr val="34456B"/>
                </a:solidFill>
                <a:latin typeface="Lato" pitchFamily="34" charset="0"/>
                <a:ea typeface="Lato" pitchFamily="34" charset="-122"/>
                <a:cs typeface="Lato" pitchFamily="34" charset="-120"/>
              </a:rPr>
              <a:t>“</a:t>
            </a:r>
            <a:endParaRPr lang="en-US" sz="12000" dirty="0"/>
          </a:p>
        </p:txBody>
      </p:sp>
      <p:sp>
        <p:nvSpPr>
          <p:cNvPr id="3" name="Text 1"/>
          <p:cNvSpPr txBox="1"/>
          <p:nvPr/>
        </p:nvSpPr>
        <p:spPr>
          <a:xfrm>
            <a:off x="1755648" y="969264"/>
            <a:ext cx="9509760" cy="1554480"/>
          </a:xfrm>
          <a:prstGeom prst="rect">
            <a:avLst/>
          </a:prstGeom>
          <a:noFill/>
          <a:ln/>
        </p:spPr>
        <p:txBody>
          <a:bodyPr wrap="square" lIns="0" tIns="0" rIns="0" bIns="0" rtlCol="0" anchor="ctr"/>
          <a:lstStyle/>
          <a:p>
            <a:pPr marL="0" indent="0">
              <a:lnSpc>
                <a:spcPct val="122000"/>
              </a:lnSpc>
              <a:buNone/>
            </a:pPr>
            <a:r>
              <a:rPr lang="en-US" sz="2300" i="1" dirty="0">
                <a:solidFill>
                  <a:srgbClr val="FFFFFF"/>
                </a:solidFill>
                <a:latin typeface="Lato" pitchFamily="34" charset="0"/>
                <a:ea typeface="Lato" pitchFamily="34" charset="-122"/>
                <a:cs typeface="Lato" pitchFamily="34" charset="-120"/>
              </a:rPr>
              <a:t>Les deux axes d'amélioration retenus lors de la phase de recette, à savoir la modulation du score en fonction de l'exposition réseau et l'affinage de la valeur métier, seront expérimentés d'ici la soutenance.</a:t>
            </a:r>
            <a:endParaRPr lang="en-US" sz="2300" dirty="0"/>
          </a:p>
        </p:txBody>
      </p:sp>
      <p:sp>
        <p:nvSpPr>
          <p:cNvPr id="4" name="Text 2"/>
          <p:cNvSpPr txBox="1"/>
          <p:nvPr/>
        </p:nvSpPr>
        <p:spPr>
          <a:xfrm>
            <a:off x="1755648" y="2615184"/>
            <a:ext cx="7315200" cy="292608"/>
          </a:xfrm>
          <a:prstGeom prst="rect">
            <a:avLst/>
          </a:prstGeom>
          <a:noFill/>
          <a:ln/>
        </p:spPr>
        <p:txBody>
          <a:bodyPr wrap="square" lIns="0" tIns="0" rIns="0" bIns="0" rtlCol="0" anchor="ctr"/>
          <a:lstStyle/>
          <a:p>
            <a:pPr marL="0" indent="0">
              <a:buNone/>
            </a:pPr>
            <a:r>
              <a:rPr lang="en-US" sz="1200" b="1" kern="0" spc="120" dirty="0">
                <a:solidFill>
                  <a:srgbClr val="C5A55A"/>
                </a:solidFill>
                <a:latin typeface="Lato" pitchFamily="34" charset="0"/>
                <a:ea typeface="Lato" pitchFamily="34" charset="-122"/>
                <a:cs typeface="Lato" pitchFamily="34" charset="-120"/>
              </a:rPr>
              <a:t>Conclusion du </a:t>
            </a:r>
            <a:r>
              <a:rPr lang="en-US" sz="1200" b="1" kern="0" spc="120" dirty="0" err="1">
                <a:solidFill>
                  <a:srgbClr val="C5A55A"/>
                </a:solidFill>
                <a:latin typeface="Lato" pitchFamily="34" charset="0"/>
                <a:ea typeface="Lato" pitchFamily="34" charset="-122"/>
                <a:cs typeface="Lato" pitchFamily="34" charset="-120"/>
              </a:rPr>
              <a:t>mémoire</a:t>
            </a:r>
            <a:r>
              <a:rPr lang="en-US" sz="1200" b="1" kern="0" spc="120" dirty="0">
                <a:solidFill>
                  <a:srgbClr val="C5A55A"/>
                </a:solidFill>
                <a:latin typeface="Lato" pitchFamily="34" charset="0"/>
                <a:ea typeface="Lato" pitchFamily="34" charset="-122"/>
                <a:cs typeface="Lato" pitchFamily="34" charset="-120"/>
              </a:rPr>
              <a:t> remis le 23 juillet 2026</a:t>
            </a:r>
            <a:endParaRPr lang="en-US" sz="1200" dirty="0"/>
          </a:p>
        </p:txBody>
      </p:sp>
      <p:sp>
        <p:nvSpPr>
          <p:cNvPr id="5" name="Shape 3"/>
          <p:cNvSpPr/>
          <p:nvPr/>
        </p:nvSpPr>
        <p:spPr>
          <a:xfrm>
            <a:off x="658368" y="3310128"/>
            <a:ext cx="5230368" cy="2176272"/>
          </a:xfrm>
          <a:prstGeom prst="rect">
            <a:avLst/>
          </a:prstGeom>
          <a:solidFill>
            <a:srgbClr val="16233D"/>
          </a:solidFill>
          <a:ln/>
        </p:spPr>
        <p:txBody>
          <a:bodyPr/>
          <a:lstStyle/>
          <a:p>
            <a:endParaRPr lang="fr-FR"/>
          </a:p>
        </p:txBody>
      </p:sp>
      <p:sp>
        <p:nvSpPr>
          <p:cNvPr id="6" name="Text 4"/>
          <p:cNvSpPr txBox="1"/>
          <p:nvPr/>
        </p:nvSpPr>
        <p:spPr>
          <a:xfrm>
            <a:off x="932688" y="3456432"/>
            <a:ext cx="731520" cy="548640"/>
          </a:xfrm>
          <a:prstGeom prst="rect">
            <a:avLst/>
          </a:prstGeom>
          <a:noFill/>
          <a:ln/>
        </p:spPr>
        <p:txBody>
          <a:bodyPr wrap="square" lIns="0" tIns="0" rIns="0" bIns="0" rtlCol="0" anchor="ctr"/>
          <a:lstStyle/>
          <a:p>
            <a:pPr marL="0" indent="0">
              <a:buNone/>
            </a:pPr>
            <a:r>
              <a:rPr lang="en-US" sz="3200" b="1" dirty="0">
                <a:solidFill>
                  <a:srgbClr val="C5A55A"/>
                </a:solidFill>
                <a:latin typeface="Lato" pitchFamily="34" charset="0"/>
                <a:ea typeface="Lato" pitchFamily="34" charset="-122"/>
                <a:cs typeface="Lato" pitchFamily="34" charset="-120"/>
              </a:rPr>
              <a:t>1</a:t>
            </a:r>
            <a:endParaRPr lang="en-US" sz="3200" dirty="0"/>
          </a:p>
        </p:txBody>
      </p:sp>
      <p:sp>
        <p:nvSpPr>
          <p:cNvPr id="7" name="Text 5"/>
          <p:cNvSpPr txBox="1"/>
          <p:nvPr/>
        </p:nvSpPr>
        <p:spPr>
          <a:xfrm>
            <a:off x="944880" y="3925465"/>
            <a:ext cx="4663440" cy="603504"/>
          </a:xfrm>
          <a:prstGeom prst="rect">
            <a:avLst/>
          </a:prstGeom>
          <a:noFill/>
          <a:ln/>
        </p:spPr>
        <p:txBody>
          <a:bodyPr wrap="square" lIns="0" tIns="0" rIns="0" bIns="0" rtlCol="0" anchor="ctr"/>
          <a:lstStyle/>
          <a:p>
            <a:pPr marL="0" indent="0">
              <a:lnSpc>
                <a:spcPct val="110000"/>
              </a:lnSpc>
              <a:buNone/>
            </a:pPr>
            <a:r>
              <a:rPr lang="en-US" sz="1650" b="1" dirty="0">
                <a:solidFill>
                  <a:srgbClr val="FFFFFF"/>
                </a:solidFill>
                <a:latin typeface="Lato" pitchFamily="34" charset="0"/>
                <a:ea typeface="Lato" pitchFamily="34" charset="-122"/>
                <a:cs typeface="Lato" pitchFamily="34" charset="-120"/>
              </a:rPr>
              <a:t>La modulation par l'exposition réseau</a:t>
            </a:r>
            <a:endParaRPr lang="en-US" sz="1650" dirty="0"/>
          </a:p>
        </p:txBody>
      </p:sp>
      <p:sp>
        <p:nvSpPr>
          <p:cNvPr id="8" name="Text 6"/>
          <p:cNvSpPr txBox="1"/>
          <p:nvPr/>
        </p:nvSpPr>
        <p:spPr>
          <a:xfrm>
            <a:off x="932688" y="4521439"/>
            <a:ext cx="4663440" cy="640080"/>
          </a:xfrm>
          <a:prstGeom prst="rect">
            <a:avLst/>
          </a:prstGeom>
          <a:noFill/>
          <a:ln/>
        </p:spPr>
        <p:txBody>
          <a:bodyPr wrap="square" lIns="0" tIns="0" rIns="0" bIns="0" rtlCol="0" anchor="t"/>
          <a:lstStyle/>
          <a:p>
            <a:pPr marL="0" indent="0" algn="l">
              <a:lnSpc>
                <a:spcPct val="118000"/>
              </a:lnSpc>
              <a:buNone/>
            </a:pPr>
            <a:r>
              <a:rPr lang="en-US" sz="1250" dirty="0">
                <a:solidFill>
                  <a:srgbClr val="AEB7C6"/>
                </a:solidFill>
                <a:latin typeface="Lato" pitchFamily="34" charset="0"/>
                <a:ea typeface="Lato" pitchFamily="34" charset="-122"/>
                <a:cs typeface="Lato" pitchFamily="34" charset="-120"/>
              </a:rPr>
              <a:t>Testé et en service : un facteur multiplicatif selon la zone réseau (interne, poste nomade, exposé sur Internet), calibré sans réécrire les cycles déjà enregistrés.</a:t>
            </a:r>
            <a:endParaRPr lang="en-US" sz="1250" dirty="0"/>
          </a:p>
        </p:txBody>
      </p:sp>
      <p:sp>
        <p:nvSpPr>
          <p:cNvPr id="9" name="Shape 7"/>
          <p:cNvSpPr/>
          <p:nvPr/>
        </p:nvSpPr>
        <p:spPr>
          <a:xfrm>
            <a:off x="6309360" y="3310128"/>
            <a:ext cx="5230368" cy="2176272"/>
          </a:xfrm>
          <a:prstGeom prst="rect">
            <a:avLst/>
          </a:prstGeom>
          <a:solidFill>
            <a:srgbClr val="16233D"/>
          </a:solidFill>
          <a:ln/>
        </p:spPr>
        <p:txBody>
          <a:bodyPr/>
          <a:lstStyle/>
          <a:p>
            <a:endParaRPr lang="fr-FR"/>
          </a:p>
        </p:txBody>
      </p:sp>
      <p:sp>
        <p:nvSpPr>
          <p:cNvPr id="10" name="Text 8"/>
          <p:cNvSpPr txBox="1"/>
          <p:nvPr/>
        </p:nvSpPr>
        <p:spPr>
          <a:xfrm>
            <a:off x="6583680" y="3456432"/>
            <a:ext cx="731520" cy="548640"/>
          </a:xfrm>
          <a:prstGeom prst="rect">
            <a:avLst/>
          </a:prstGeom>
          <a:noFill/>
          <a:ln/>
        </p:spPr>
        <p:txBody>
          <a:bodyPr wrap="square" lIns="0" tIns="0" rIns="0" bIns="0" rtlCol="0" anchor="ctr"/>
          <a:lstStyle/>
          <a:p>
            <a:pPr marL="0" indent="0">
              <a:buNone/>
            </a:pPr>
            <a:r>
              <a:rPr lang="en-US" sz="3200" b="1" dirty="0">
                <a:solidFill>
                  <a:srgbClr val="C5A55A"/>
                </a:solidFill>
                <a:latin typeface="Lato" pitchFamily="34" charset="0"/>
                <a:ea typeface="Lato" pitchFamily="34" charset="-122"/>
                <a:cs typeface="Lato" pitchFamily="34" charset="-120"/>
              </a:rPr>
              <a:t>2</a:t>
            </a:r>
            <a:endParaRPr lang="en-US" sz="3200" dirty="0"/>
          </a:p>
        </p:txBody>
      </p:sp>
      <p:sp>
        <p:nvSpPr>
          <p:cNvPr id="11" name="Text 9"/>
          <p:cNvSpPr txBox="1"/>
          <p:nvPr/>
        </p:nvSpPr>
        <p:spPr>
          <a:xfrm>
            <a:off x="6595872" y="3925465"/>
            <a:ext cx="4663440" cy="603504"/>
          </a:xfrm>
          <a:prstGeom prst="rect">
            <a:avLst/>
          </a:prstGeom>
          <a:noFill/>
          <a:ln/>
        </p:spPr>
        <p:txBody>
          <a:bodyPr wrap="square" lIns="0" tIns="0" rIns="0" bIns="0" rtlCol="0" anchor="ctr"/>
          <a:lstStyle/>
          <a:p>
            <a:pPr marL="0" indent="0">
              <a:lnSpc>
                <a:spcPct val="110000"/>
              </a:lnSpc>
              <a:buNone/>
            </a:pPr>
            <a:r>
              <a:rPr lang="en-US" sz="1650" b="1" dirty="0">
                <a:solidFill>
                  <a:srgbClr val="FFFFFF"/>
                </a:solidFill>
                <a:latin typeface="Lato" pitchFamily="34" charset="0"/>
                <a:ea typeface="Lato" pitchFamily="34" charset="-122"/>
                <a:cs typeface="Lato" pitchFamily="34" charset="-120"/>
              </a:rPr>
              <a:t>L'affinage de la valeur métier</a:t>
            </a:r>
            <a:endParaRPr lang="en-US" sz="1650" dirty="0"/>
          </a:p>
        </p:txBody>
      </p:sp>
      <p:sp>
        <p:nvSpPr>
          <p:cNvPr id="12" name="Text 10"/>
          <p:cNvSpPr txBox="1"/>
          <p:nvPr/>
        </p:nvSpPr>
        <p:spPr>
          <a:xfrm>
            <a:off x="6583680" y="4521439"/>
            <a:ext cx="4663440" cy="640080"/>
          </a:xfrm>
          <a:prstGeom prst="rect">
            <a:avLst/>
          </a:prstGeom>
          <a:noFill/>
          <a:ln/>
        </p:spPr>
        <p:txBody>
          <a:bodyPr wrap="square" lIns="0" tIns="0" rIns="0" bIns="0" rtlCol="0" anchor="t"/>
          <a:lstStyle/>
          <a:p>
            <a:pPr marL="0" indent="0" algn="l">
              <a:lnSpc>
                <a:spcPct val="118000"/>
              </a:lnSpc>
              <a:buNone/>
            </a:pPr>
            <a:r>
              <a:rPr lang="en-US" sz="1250" dirty="0">
                <a:solidFill>
                  <a:srgbClr val="AEB7C6"/>
                </a:solidFill>
                <a:latin typeface="Lato" pitchFamily="34" charset="0"/>
                <a:ea typeface="Lato" pitchFamily="34" charset="-122"/>
                <a:cs typeface="Lato" pitchFamily="34" charset="-120"/>
              </a:rPr>
              <a:t>Non mené : le questionnaire annoncé n'a pas été conduit. La règle en place reste celle du code — la plus élevée des activités portées par l'actif. La mesure qui suit montre que le verrou est dans la cotation elle-même.</a:t>
            </a:r>
            <a:endParaRPr lang="en-US" sz="1250" dirty="0"/>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9AD33927-EE63-4E1C-892E-747CA2C3777D}" type="slidenum">
              <a:rPr lang="fr-FR" sz="900" b="0">
                <a:solidFill>
                  <a:srgbClr val="AEB7C6"/>
                </a:solidFill>
                <a:latin typeface="Lato"/>
              </a:rPr>
              <a:t>37</a:t>
            </a:fld>
            <a:endParaRPr lang="fr-FR">
              <a:solidFill>
                <a:srgbClr val="AEB7C6"/>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658368" y="146304"/>
            <a:ext cx="10874959" cy="256032"/>
          </a:xfrm>
          <a:prstGeom prst="rect">
            <a:avLst/>
          </a:prstGeom>
          <a:noFill/>
          <a:ln/>
        </p:spPr>
        <p:txBody>
          <a:bodyPr wrap="square" lIns="0" tIns="0" rIns="0" bIns="0" rtlCol="0" anchor="ctr"/>
          <a:lstStyle/>
          <a:p>
            <a:pPr marL="0" indent="0">
              <a:buNone/>
            </a:pPr>
            <a:r>
              <a:rPr lang="en-US" sz="1100" b="1" kern="0" spc="220" dirty="0">
                <a:solidFill>
                  <a:srgbClr val="C5A55A"/>
                </a:solidFill>
                <a:latin typeface="Lato" pitchFamily="34" charset="0"/>
                <a:ea typeface="Lato" pitchFamily="34" charset="-122"/>
                <a:cs typeface="Lato" pitchFamily="34" charset="-120"/>
              </a:rPr>
              <a:t>PRINCIPE ET PARAMÉTRAGE</a:t>
            </a:r>
            <a:endParaRPr lang="en-US" sz="1100" dirty="0"/>
          </a:p>
        </p:txBody>
      </p:sp>
      <p:sp>
        <p:nvSpPr>
          <p:cNvPr id="3" name="Text 1"/>
          <p:cNvSpPr txBox="1"/>
          <p:nvPr/>
        </p:nvSpPr>
        <p:spPr>
          <a:xfrm>
            <a:off x="658368" y="420624"/>
            <a:ext cx="10874959" cy="658368"/>
          </a:xfrm>
          <a:prstGeom prst="rect">
            <a:avLst/>
          </a:prstGeom>
          <a:noFill/>
          <a:ln/>
        </p:spPr>
        <p:txBody>
          <a:bodyPr wrap="square" lIns="0" tIns="0" rIns="0" bIns="0" rtlCol="0" anchor="t"/>
          <a:lstStyle/>
          <a:p>
            <a:pPr marL="0" indent="0">
              <a:buNone/>
            </a:pPr>
            <a:r>
              <a:rPr lang="en-US" sz="3000" b="1" dirty="0">
                <a:solidFill>
                  <a:srgbClr val="1B2A4A"/>
                </a:solidFill>
                <a:latin typeface="Lato" pitchFamily="34" charset="0"/>
                <a:ea typeface="Lato" pitchFamily="34" charset="-122"/>
                <a:cs typeface="Lato" pitchFamily="34" charset="-120"/>
              </a:rPr>
              <a:t>Le facteur d'exposition réseau</a:t>
            </a:r>
            <a:endParaRPr lang="en-US" sz="3000" dirty="0"/>
          </a:p>
        </p:txBody>
      </p:sp>
      <p:sp>
        <p:nvSpPr>
          <p:cNvPr id="4" name="Text 2"/>
          <p:cNvSpPr txBox="1"/>
          <p:nvPr/>
        </p:nvSpPr>
        <p:spPr>
          <a:xfrm>
            <a:off x="658368" y="1207008"/>
            <a:ext cx="8229600" cy="310896"/>
          </a:xfrm>
          <a:prstGeom prst="rect">
            <a:avLst/>
          </a:prstGeom>
          <a:noFill/>
          <a:ln/>
        </p:spPr>
        <p:txBody>
          <a:bodyPr wrap="square" lIns="0" tIns="0" rIns="0" bIns="0" rtlCol="0" anchor="ctr"/>
          <a:lstStyle/>
          <a:p>
            <a:pPr marL="0" indent="0">
              <a:buNone/>
            </a:pPr>
            <a:r>
              <a:rPr lang="en-US" sz="1400" dirty="0">
                <a:solidFill>
                  <a:srgbClr val="232A3A"/>
                </a:solidFill>
                <a:latin typeface="Lato" pitchFamily="34" charset="0"/>
                <a:ea typeface="Lato" pitchFamily="34" charset="-122"/>
                <a:cs typeface="Lato" pitchFamily="34" charset="-120"/>
              </a:rPr>
              <a:t>La notation est multipliée par un facteur déterminé par l'emplacement réseau de la machine.</a:t>
            </a:r>
            <a:endParaRPr lang="en-US" sz="1400" dirty="0"/>
          </a:p>
        </p:txBody>
      </p:sp>
      <p:sp>
        <p:nvSpPr>
          <p:cNvPr id="5" name="Shape 3"/>
          <p:cNvSpPr/>
          <p:nvPr/>
        </p:nvSpPr>
        <p:spPr>
          <a:xfrm>
            <a:off x="932688" y="3054096"/>
            <a:ext cx="9966960" cy="25603"/>
          </a:xfrm>
          <a:prstGeom prst="rect">
            <a:avLst/>
          </a:prstGeom>
          <a:solidFill>
            <a:srgbClr val="E6EAF1"/>
          </a:solidFill>
          <a:ln/>
        </p:spPr>
        <p:txBody>
          <a:bodyPr/>
          <a:lstStyle/>
          <a:p>
            <a:endParaRPr lang="fr-FR"/>
          </a:p>
        </p:txBody>
      </p:sp>
      <p:sp>
        <p:nvSpPr>
          <p:cNvPr id="600" name="Bar 0,75"/>
          <p:cNvSpPr/>
          <p:nvPr/>
        </p:nvSpPr>
        <p:spPr>
          <a:xfrm>
            <a:off x="658368" y="2743200"/>
            <a:ext cx="621792" cy="310896"/>
          </a:xfrm>
          <a:prstGeom prst="rect">
            <a:avLst/>
          </a:prstGeom>
          <a:solidFill>
            <a:srgbClr val="8A93A6"/>
          </a:solidFill>
          <a:ln/>
        </p:spPr>
        <p:txBody>
          <a:bodyPr/>
          <a:lstStyle/>
          <a:p>
            <a:endParaRPr lang="fr-FR"/>
          </a:p>
        </p:txBody>
      </p:sp>
      <p:sp>
        <p:nvSpPr>
          <p:cNvPr id="601" name="Val 0,75"/>
          <p:cNvSpPr txBox="1"/>
          <p:nvPr/>
        </p:nvSpPr>
        <p:spPr>
          <a:xfrm>
            <a:off x="402336" y="2359152"/>
            <a:ext cx="1133856" cy="310896"/>
          </a:xfrm>
          <a:prstGeom prst="rect">
            <a:avLst/>
          </a:prstGeom>
          <a:noFill/>
          <a:ln/>
        </p:spPr>
        <p:txBody>
          <a:bodyPr wrap="square" lIns="0" tIns="0" rIns="0" bIns="0" rtlCol="0" anchor="ctr"/>
          <a:lstStyle/>
          <a:p>
            <a:pPr marL="0" indent="0" algn="ctr">
              <a:buNone/>
            </a:pPr>
            <a:r>
              <a:rPr lang="en-US" sz="1500" b="1" dirty="0">
                <a:solidFill>
                  <a:srgbClr val="1B2A4A"/>
                </a:solidFill>
                <a:latin typeface="Lato" pitchFamily="34" charset="0"/>
                <a:ea typeface="Lato" pitchFamily="34" charset="-122"/>
                <a:cs typeface="Lato" pitchFamily="34" charset="-120"/>
              </a:rPr>
              <a:t>0,75</a:t>
            </a:r>
          </a:p>
        </p:txBody>
      </p:sp>
      <p:sp>
        <p:nvSpPr>
          <p:cNvPr id="602" name="Lab 0,75"/>
          <p:cNvSpPr txBox="1"/>
          <p:nvPr/>
        </p:nvSpPr>
        <p:spPr>
          <a:xfrm>
            <a:off x="0" y="3200400"/>
            <a:ext cx="1938528" cy="603504"/>
          </a:xfrm>
          <a:prstGeom prst="rect">
            <a:avLst/>
          </a:prstGeom>
          <a:noFill/>
          <a:ln/>
        </p:spPr>
        <p:txBody>
          <a:bodyPr wrap="square" lIns="0" tIns="0" rIns="0" bIns="0" rtlCol="0" anchor="ctr"/>
          <a:lstStyle/>
          <a:p>
            <a:pPr marL="0" indent="0" algn="ctr">
              <a:lnSpc>
                <a:spcPct val="110000"/>
              </a:lnSpc>
              <a:buNone/>
            </a:pPr>
            <a:r>
              <a:rPr lang="en-US" sz="1100" dirty="0">
                <a:solidFill>
                  <a:srgbClr val="4A5568"/>
                </a:solidFill>
                <a:latin typeface="Lato" pitchFamily="34" charset="0"/>
                <a:ea typeface="Lato" pitchFamily="34" charset="-122"/>
                <a:cs typeface="Lato" pitchFamily="34" charset="-120"/>
              </a:rPr>
              <a:t>Sous-réseau isolé</a:t>
            </a:r>
          </a:p>
          <a:p>
            <a:pPr marL="0" indent="0" algn="ctr">
              <a:lnSpc>
                <a:spcPct val="110000"/>
              </a:lnSpc>
              <a:buNone/>
            </a:pPr>
            <a:r>
              <a:rPr lang="en-US" sz="1100" dirty="0">
                <a:solidFill>
                  <a:srgbClr val="4A5568"/>
                </a:solidFill>
                <a:latin typeface="Lato" pitchFamily="34" charset="0"/>
                <a:ea typeface="Lato" pitchFamily="34" charset="-122"/>
                <a:cs typeface="Lato" pitchFamily="34" charset="-120"/>
              </a:rPr>
              <a:t>aucun routage sortant</a:t>
            </a:r>
          </a:p>
        </p:txBody>
      </p:sp>
      <p:sp>
        <p:nvSpPr>
          <p:cNvPr id="603" name="Bar 0,90"/>
          <p:cNvSpPr/>
          <p:nvPr/>
        </p:nvSpPr>
        <p:spPr>
          <a:xfrm>
            <a:off x="2644444" y="2523744"/>
            <a:ext cx="621792" cy="530352"/>
          </a:xfrm>
          <a:prstGeom prst="rect">
            <a:avLst/>
          </a:prstGeom>
          <a:solidFill>
            <a:srgbClr val="8A93A6"/>
          </a:solidFill>
          <a:ln/>
        </p:spPr>
        <p:txBody>
          <a:bodyPr/>
          <a:lstStyle/>
          <a:p>
            <a:endParaRPr lang="fr-FR"/>
          </a:p>
        </p:txBody>
      </p:sp>
      <p:sp>
        <p:nvSpPr>
          <p:cNvPr id="604" name="Val 0,90"/>
          <p:cNvSpPr txBox="1"/>
          <p:nvPr/>
        </p:nvSpPr>
        <p:spPr>
          <a:xfrm>
            <a:off x="2388412" y="2139696"/>
            <a:ext cx="1133856" cy="310896"/>
          </a:xfrm>
          <a:prstGeom prst="rect">
            <a:avLst/>
          </a:prstGeom>
          <a:noFill/>
          <a:ln/>
        </p:spPr>
        <p:txBody>
          <a:bodyPr wrap="square" lIns="0" tIns="0" rIns="0" bIns="0" rtlCol="0" anchor="ctr"/>
          <a:lstStyle/>
          <a:p>
            <a:pPr marL="0" indent="0" algn="ctr">
              <a:buNone/>
            </a:pPr>
            <a:r>
              <a:rPr lang="en-US" sz="1500" b="1" dirty="0">
                <a:solidFill>
                  <a:srgbClr val="1B2A4A"/>
                </a:solidFill>
                <a:latin typeface="Lato" pitchFamily="34" charset="0"/>
                <a:ea typeface="Lato" pitchFamily="34" charset="-122"/>
                <a:cs typeface="Lato" pitchFamily="34" charset="-120"/>
              </a:rPr>
              <a:t>0,90</a:t>
            </a:r>
          </a:p>
        </p:txBody>
      </p:sp>
      <p:sp>
        <p:nvSpPr>
          <p:cNvPr id="605" name="Lab 0,90"/>
          <p:cNvSpPr txBox="1"/>
          <p:nvPr/>
        </p:nvSpPr>
        <p:spPr>
          <a:xfrm>
            <a:off x="1986076" y="3200400"/>
            <a:ext cx="1938528" cy="603504"/>
          </a:xfrm>
          <a:prstGeom prst="rect">
            <a:avLst/>
          </a:prstGeom>
          <a:noFill/>
          <a:ln/>
        </p:spPr>
        <p:txBody>
          <a:bodyPr wrap="square" lIns="0" tIns="0" rIns="0" bIns="0" rtlCol="0" anchor="ctr"/>
          <a:lstStyle/>
          <a:p>
            <a:pPr marL="0" indent="0" algn="ctr">
              <a:lnSpc>
                <a:spcPct val="110000"/>
              </a:lnSpc>
              <a:buNone/>
            </a:pPr>
            <a:r>
              <a:rPr lang="en-US" sz="1100" dirty="0">
                <a:solidFill>
                  <a:srgbClr val="4A5568"/>
                </a:solidFill>
                <a:latin typeface="Lato" pitchFamily="34" charset="0"/>
                <a:ea typeface="Lato" pitchFamily="34" charset="-122"/>
                <a:cs typeface="Lato" pitchFamily="34" charset="-120"/>
              </a:rPr>
              <a:t>Réseau interne</a:t>
            </a:r>
          </a:p>
          <a:p>
            <a:pPr marL="0" indent="0" algn="ctr">
              <a:lnSpc>
                <a:spcPct val="110000"/>
              </a:lnSpc>
              <a:buNone/>
            </a:pPr>
            <a:r>
              <a:rPr lang="en-US" sz="1100" dirty="0">
                <a:solidFill>
                  <a:srgbClr val="4A5568"/>
                </a:solidFill>
                <a:latin typeface="Lato" pitchFamily="34" charset="0"/>
                <a:ea typeface="Lato" pitchFamily="34" charset="-122"/>
                <a:cs typeface="Lato" pitchFamily="34" charset="-120"/>
              </a:rPr>
              <a:t>derrière le pare-feu</a:t>
            </a:r>
          </a:p>
        </p:txBody>
      </p:sp>
      <p:sp>
        <p:nvSpPr>
          <p:cNvPr id="606" name="Bar 1,00"/>
          <p:cNvSpPr/>
          <p:nvPr/>
        </p:nvSpPr>
        <p:spPr>
          <a:xfrm>
            <a:off x="4630520" y="2304288"/>
            <a:ext cx="621792" cy="749808"/>
          </a:xfrm>
          <a:prstGeom prst="rect">
            <a:avLst/>
          </a:prstGeom>
          <a:solidFill>
            <a:srgbClr val="E6EAF1"/>
          </a:solidFill>
          <a:ln/>
        </p:spPr>
        <p:txBody>
          <a:bodyPr/>
          <a:lstStyle/>
          <a:p>
            <a:endParaRPr lang="fr-FR"/>
          </a:p>
        </p:txBody>
      </p:sp>
      <p:sp>
        <p:nvSpPr>
          <p:cNvPr id="607" name="Val 1,00"/>
          <p:cNvSpPr txBox="1"/>
          <p:nvPr/>
        </p:nvSpPr>
        <p:spPr>
          <a:xfrm>
            <a:off x="4374488" y="1920240"/>
            <a:ext cx="1133856" cy="310896"/>
          </a:xfrm>
          <a:prstGeom prst="rect">
            <a:avLst/>
          </a:prstGeom>
          <a:noFill/>
          <a:ln/>
        </p:spPr>
        <p:txBody>
          <a:bodyPr wrap="square" lIns="0" tIns="0" rIns="0" bIns="0" rtlCol="0" anchor="ctr"/>
          <a:lstStyle/>
          <a:p>
            <a:pPr marL="0" indent="0" algn="ctr">
              <a:buNone/>
            </a:pPr>
            <a:r>
              <a:rPr lang="en-US" sz="1500" b="1" dirty="0">
                <a:solidFill>
                  <a:srgbClr val="1B2A4A"/>
                </a:solidFill>
                <a:latin typeface="Lato" pitchFamily="34" charset="0"/>
                <a:ea typeface="Lato" pitchFamily="34" charset="-122"/>
                <a:cs typeface="Lato" pitchFamily="34" charset="-120"/>
              </a:rPr>
              <a:t>1,00</a:t>
            </a:r>
          </a:p>
        </p:txBody>
      </p:sp>
      <p:sp>
        <p:nvSpPr>
          <p:cNvPr id="608" name="Lab 1,00"/>
          <p:cNvSpPr txBox="1"/>
          <p:nvPr/>
        </p:nvSpPr>
        <p:spPr>
          <a:xfrm>
            <a:off x="3972152" y="3200400"/>
            <a:ext cx="1938528" cy="603504"/>
          </a:xfrm>
          <a:prstGeom prst="rect">
            <a:avLst/>
          </a:prstGeom>
          <a:noFill/>
          <a:ln/>
        </p:spPr>
        <p:txBody>
          <a:bodyPr wrap="square" lIns="0" tIns="0" rIns="0" bIns="0" rtlCol="0" anchor="ctr"/>
          <a:lstStyle/>
          <a:p>
            <a:pPr marL="0" indent="0" algn="ctr">
              <a:lnSpc>
                <a:spcPct val="110000"/>
              </a:lnSpc>
              <a:buNone/>
            </a:pPr>
            <a:r>
              <a:rPr lang="en-US" sz="1100" dirty="0">
                <a:solidFill>
                  <a:srgbClr val="4A5568"/>
                </a:solidFill>
                <a:latin typeface="Lato" pitchFamily="34" charset="0"/>
                <a:ea typeface="Lato" pitchFamily="34" charset="-122"/>
                <a:cs typeface="Lato" pitchFamily="34" charset="-120"/>
              </a:rPr>
              <a:t>Emplacement</a:t>
            </a:r>
          </a:p>
          <a:p>
            <a:pPr marL="0" indent="0" algn="ctr">
              <a:lnSpc>
                <a:spcPct val="110000"/>
              </a:lnSpc>
              <a:buNone/>
            </a:pPr>
            <a:r>
              <a:rPr lang="en-US" sz="1100" dirty="0">
                <a:solidFill>
                  <a:srgbClr val="4A5568"/>
                </a:solidFill>
                <a:latin typeface="Lato" pitchFamily="34" charset="0"/>
                <a:ea typeface="Lato" pitchFamily="34" charset="-122"/>
                <a:cs typeface="Lato" pitchFamily="34" charset="-120"/>
              </a:rPr>
              <a:t>non renseigné</a:t>
            </a:r>
          </a:p>
        </p:txBody>
      </p:sp>
      <p:sp>
        <p:nvSpPr>
          <p:cNvPr id="609" name="Bar 1,15"/>
          <p:cNvSpPr/>
          <p:nvPr/>
        </p:nvSpPr>
        <p:spPr>
          <a:xfrm>
            <a:off x="6616596" y="2084832"/>
            <a:ext cx="621792" cy="969264"/>
          </a:xfrm>
          <a:prstGeom prst="rect">
            <a:avLst/>
          </a:prstGeom>
          <a:solidFill>
            <a:srgbClr val="1B2A4A"/>
          </a:solidFill>
          <a:ln/>
        </p:spPr>
        <p:txBody>
          <a:bodyPr/>
          <a:lstStyle/>
          <a:p>
            <a:endParaRPr lang="fr-FR"/>
          </a:p>
        </p:txBody>
      </p:sp>
      <p:sp>
        <p:nvSpPr>
          <p:cNvPr id="610" name="Val 1,15"/>
          <p:cNvSpPr txBox="1"/>
          <p:nvPr/>
        </p:nvSpPr>
        <p:spPr>
          <a:xfrm>
            <a:off x="6360564" y="1700784"/>
            <a:ext cx="1133856" cy="310896"/>
          </a:xfrm>
          <a:prstGeom prst="rect">
            <a:avLst/>
          </a:prstGeom>
          <a:noFill/>
          <a:ln/>
        </p:spPr>
        <p:txBody>
          <a:bodyPr wrap="square" lIns="0" tIns="0" rIns="0" bIns="0" rtlCol="0" anchor="ctr"/>
          <a:lstStyle/>
          <a:p>
            <a:pPr marL="0" indent="0" algn="ctr">
              <a:buNone/>
            </a:pPr>
            <a:r>
              <a:rPr lang="en-US" sz="1500" b="1" dirty="0">
                <a:solidFill>
                  <a:srgbClr val="1B2A4A"/>
                </a:solidFill>
                <a:latin typeface="Lato" pitchFamily="34" charset="0"/>
                <a:ea typeface="Lato" pitchFamily="34" charset="-122"/>
                <a:cs typeface="Lato" pitchFamily="34" charset="-120"/>
              </a:rPr>
              <a:t>1,15</a:t>
            </a:r>
          </a:p>
        </p:txBody>
      </p:sp>
      <p:sp>
        <p:nvSpPr>
          <p:cNvPr id="611" name="Lab 1,15"/>
          <p:cNvSpPr txBox="1"/>
          <p:nvPr/>
        </p:nvSpPr>
        <p:spPr>
          <a:xfrm>
            <a:off x="5958228" y="3200400"/>
            <a:ext cx="1938528" cy="603504"/>
          </a:xfrm>
          <a:prstGeom prst="rect">
            <a:avLst/>
          </a:prstGeom>
          <a:noFill/>
          <a:ln/>
        </p:spPr>
        <p:txBody>
          <a:bodyPr wrap="square" lIns="0" tIns="0" rIns="0" bIns="0" rtlCol="0" anchor="ctr"/>
          <a:lstStyle/>
          <a:p>
            <a:pPr marL="0" indent="0" algn="ctr">
              <a:lnSpc>
                <a:spcPct val="110000"/>
              </a:lnSpc>
              <a:buNone/>
            </a:pPr>
            <a:r>
              <a:rPr lang="en-US" sz="1100" dirty="0">
                <a:solidFill>
                  <a:srgbClr val="4A5568"/>
                </a:solidFill>
                <a:latin typeface="Lato" pitchFamily="34" charset="0"/>
                <a:ea typeface="Lato" pitchFamily="34" charset="-122"/>
                <a:cs typeface="Lato" pitchFamily="34" charset="-120"/>
              </a:rPr>
              <a:t>Point d'entrée</a:t>
            </a:r>
          </a:p>
          <a:p>
            <a:pPr marL="0" indent="0" algn="ctr">
              <a:lnSpc>
                <a:spcPct val="110000"/>
              </a:lnSpc>
              <a:buNone/>
            </a:pPr>
            <a:r>
              <a:rPr lang="en-US" sz="1100" dirty="0">
                <a:solidFill>
                  <a:srgbClr val="4A5568"/>
                </a:solidFill>
                <a:latin typeface="Lato" pitchFamily="34" charset="0"/>
                <a:ea typeface="Lato" pitchFamily="34" charset="-122"/>
                <a:cs typeface="Lato" pitchFamily="34" charset="-120"/>
              </a:rPr>
              <a:t>d'administration</a:t>
            </a:r>
          </a:p>
        </p:txBody>
      </p:sp>
      <p:sp>
        <p:nvSpPr>
          <p:cNvPr id="612" name="Bar 1,20"/>
          <p:cNvSpPr/>
          <p:nvPr/>
        </p:nvSpPr>
        <p:spPr>
          <a:xfrm>
            <a:off x="8602672" y="1865376"/>
            <a:ext cx="621792" cy="1188720"/>
          </a:xfrm>
          <a:prstGeom prst="rect">
            <a:avLst/>
          </a:prstGeom>
          <a:solidFill>
            <a:srgbClr val="1B2A4A"/>
          </a:solidFill>
          <a:ln/>
        </p:spPr>
        <p:txBody>
          <a:bodyPr/>
          <a:lstStyle/>
          <a:p>
            <a:endParaRPr lang="fr-FR"/>
          </a:p>
        </p:txBody>
      </p:sp>
      <p:sp>
        <p:nvSpPr>
          <p:cNvPr id="613" name="Val 1,20"/>
          <p:cNvSpPr txBox="1"/>
          <p:nvPr/>
        </p:nvSpPr>
        <p:spPr>
          <a:xfrm>
            <a:off x="8346640" y="1481328"/>
            <a:ext cx="1133856" cy="310896"/>
          </a:xfrm>
          <a:prstGeom prst="rect">
            <a:avLst/>
          </a:prstGeom>
          <a:noFill/>
          <a:ln/>
        </p:spPr>
        <p:txBody>
          <a:bodyPr wrap="square" lIns="0" tIns="0" rIns="0" bIns="0" rtlCol="0" anchor="ctr"/>
          <a:lstStyle/>
          <a:p>
            <a:pPr marL="0" indent="0" algn="ctr">
              <a:buNone/>
            </a:pPr>
            <a:r>
              <a:rPr lang="en-US" sz="1500" b="1" dirty="0">
                <a:solidFill>
                  <a:srgbClr val="1B2A4A"/>
                </a:solidFill>
                <a:latin typeface="Lato" pitchFamily="34" charset="0"/>
                <a:ea typeface="Lato" pitchFamily="34" charset="-122"/>
                <a:cs typeface="Lato" pitchFamily="34" charset="-120"/>
              </a:rPr>
              <a:t>1,20</a:t>
            </a:r>
          </a:p>
        </p:txBody>
      </p:sp>
      <p:sp>
        <p:nvSpPr>
          <p:cNvPr id="614" name="Lab 1,20"/>
          <p:cNvSpPr txBox="1"/>
          <p:nvPr/>
        </p:nvSpPr>
        <p:spPr>
          <a:xfrm>
            <a:off x="7944304" y="3200400"/>
            <a:ext cx="1938528" cy="603504"/>
          </a:xfrm>
          <a:prstGeom prst="rect">
            <a:avLst/>
          </a:prstGeom>
          <a:noFill/>
          <a:ln/>
        </p:spPr>
        <p:txBody>
          <a:bodyPr wrap="square" lIns="0" tIns="0" rIns="0" bIns="0" rtlCol="0" anchor="ctr"/>
          <a:lstStyle/>
          <a:p>
            <a:pPr marL="0" indent="0" algn="ctr">
              <a:lnSpc>
                <a:spcPct val="110000"/>
              </a:lnSpc>
              <a:buNone/>
            </a:pPr>
            <a:r>
              <a:rPr lang="en-US" sz="1100" dirty="0">
                <a:solidFill>
                  <a:srgbClr val="4A5568"/>
                </a:solidFill>
                <a:latin typeface="Lato" pitchFamily="34" charset="0"/>
                <a:ea typeface="Lato" pitchFamily="34" charset="-122"/>
                <a:cs typeface="Lato" pitchFamily="34" charset="-120"/>
              </a:rPr>
              <a:t>Poste nomade,</a:t>
            </a:r>
          </a:p>
          <a:p>
            <a:pPr marL="0" indent="0" algn="ctr">
              <a:lnSpc>
                <a:spcPct val="110000"/>
              </a:lnSpc>
              <a:buNone/>
            </a:pPr>
            <a:r>
              <a:rPr lang="en-US" sz="1100" dirty="0">
                <a:solidFill>
                  <a:srgbClr val="4A5568"/>
                </a:solidFill>
                <a:latin typeface="Lato" pitchFamily="34" charset="0"/>
                <a:ea typeface="Lato" pitchFamily="34" charset="-122"/>
                <a:cs typeface="Lato" pitchFamily="34" charset="-120"/>
              </a:rPr>
              <a:t>réseau variable</a:t>
            </a:r>
          </a:p>
        </p:txBody>
      </p:sp>
      <p:sp>
        <p:nvSpPr>
          <p:cNvPr id="615" name="Bar 1,25"/>
          <p:cNvSpPr/>
          <p:nvPr/>
        </p:nvSpPr>
        <p:spPr>
          <a:xfrm>
            <a:off x="10588748" y="1645920"/>
            <a:ext cx="621792" cy="1408176"/>
          </a:xfrm>
          <a:prstGeom prst="rect">
            <a:avLst/>
          </a:prstGeom>
          <a:solidFill>
            <a:srgbClr val="1B2A4A"/>
          </a:solidFill>
          <a:ln/>
        </p:spPr>
        <p:txBody>
          <a:bodyPr/>
          <a:lstStyle/>
          <a:p>
            <a:endParaRPr lang="fr-FR"/>
          </a:p>
        </p:txBody>
      </p:sp>
      <p:sp>
        <p:nvSpPr>
          <p:cNvPr id="616" name="Val 1,25"/>
          <p:cNvSpPr txBox="1"/>
          <p:nvPr/>
        </p:nvSpPr>
        <p:spPr>
          <a:xfrm>
            <a:off x="10332716" y="1261872"/>
            <a:ext cx="1133856" cy="310896"/>
          </a:xfrm>
          <a:prstGeom prst="rect">
            <a:avLst/>
          </a:prstGeom>
          <a:noFill/>
          <a:ln/>
        </p:spPr>
        <p:txBody>
          <a:bodyPr wrap="square" lIns="0" tIns="0" rIns="0" bIns="0" rtlCol="0" anchor="ctr"/>
          <a:lstStyle/>
          <a:p>
            <a:pPr marL="0" indent="0" algn="ctr">
              <a:buNone/>
            </a:pPr>
            <a:r>
              <a:rPr lang="en-US" sz="1500" b="1" dirty="0">
                <a:solidFill>
                  <a:srgbClr val="1B2A4A"/>
                </a:solidFill>
                <a:latin typeface="Lato" pitchFamily="34" charset="0"/>
                <a:ea typeface="Lato" pitchFamily="34" charset="-122"/>
                <a:cs typeface="Lato" pitchFamily="34" charset="-120"/>
              </a:rPr>
              <a:t>1,25</a:t>
            </a:r>
          </a:p>
        </p:txBody>
      </p:sp>
      <p:sp>
        <p:nvSpPr>
          <p:cNvPr id="617" name="Lab 1,25"/>
          <p:cNvSpPr txBox="1"/>
          <p:nvPr/>
        </p:nvSpPr>
        <p:spPr>
          <a:xfrm>
            <a:off x="9930380" y="3200400"/>
            <a:ext cx="1938528" cy="603504"/>
          </a:xfrm>
          <a:prstGeom prst="rect">
            <a:avLst/>
          </a:prstGeom>
          <a:noFill/>
          <a:ln/>
        </p:spPr>
        <p:txBody>
          <a:bodyPr wrap="square" lIns="0" tIns="0" rIns="0" bIns="0" rtlCol="0" anchor="ctr"/>
          <a:lstStyle/>
          <a:p>
            <a:pPr marL="0" indent="0" algn="ctr">
              <a:lnSpc>
                <a:spcPct val="110000"/>
              </a:lnSpc>
              <a:buNone/>
            </a:pPr>
            <a:r>
              <a:rPr lang="en-US" sz="1100" dirty="0">
                <a:solidFill>
                  <a:srgbClr val="4A5568"/>
                </a:solidFill>
                <a:latin typeface="Lato" pitchFamily="34" charset="0"/>
                <a:ea typeface="Lato" pitchFamily="34" charset="-122"/>
                <a:cs typeface="Lato" pitchFamily="34" charset="-120"/>
              </a:rPr>
              <a:t>Hébergement cloud,</a:t>
            </a:r>
          </a:p>
          <a:p>
            <a:pPr marL="0" indent="0" algn="ctr">
              <a:lnSpc>
                <a:spcPct val="110000"/>
              </a:lnSpc>
              <a:buNone/>
            </a:pPr>
            <a:r>
              <a:rPr lang="en-US" sz="1100" dirty="0">
                <a:solidFill>
                  <a:srgbClr val="4A5568"/>
                </a:solidFill>
                <a:latin typeface="Lato" pitchFamily="34" charset="0"/>
                <a:ea typeface="Lato" pitchFamily="34" charset="-122"/>
                <a:cs typeface="Lato" pitchFamily="34" charset="-120"/>
              </a:rPr>
              <a:t>exposé sur Internet</a:t>
            </a:r>
          </a:p>
        </p:txBody>
      </p:sp>
      <p:sp>
        <p:nvSpPr>
          <p:cNvPr id="21" name="Text 19"/>
          <p:cNvSpPr txBox="1"/>
          <p:nvPr/>
        </p:nvSpPr>
        <p:spPr>
          <a:xfrm>
            <a:off x="877824" y="4059936"/>
            <a:ext cx="2194560" cy="256032"/>
          </a:xfrm>
          <a:prstGeom prst="rect">
            <a:avLst/>
          </a:prstGeom>
          <a:noFill/>
          <a:ln/>
        </p:spPr>
        <p:txBody>
          <a:bodyPr wrap="square" lIns="0" tIns="0" rIns="0" bIns="0" rtlCol="0" anchor="ctr"/>
          <a:lstStyle/>
          <a:p>
            <a:pPr marL="0" indent="0">
              <a:buNone/>
            </a:pPr>
            <a:r>
              <a:rPr lang="en-US" sz="1000" b="1" kern="0" spc="120" dirty="0">
                <a:solidFill>
                  <a:srgbClr val="4A5568"/>
                </a:solidFill>
                <a:latin typeface="Lato" pitchFamily="34" charset="0"/>
                <a:ea typeface="Lato" pitchFamily="34" charset="-122"/>
                <a:cs typeface="Lato" pitchFamily="34" charset="-120"/>
              </a:rPr>
              <a:t>atténuation ←</a:t>
            </a:r>
            <a:endParaRPr lang="en-US" sz="1000" dirty="0"/>
          </a:p>
        </p:txBody>
      </p:sp>
      <p:sp>
        <p:nvSpPr>
          <p:cNvPr id="22" name="Text 20"/>
          <p:cNvSpPr txBox="1"/>
          <p:nvPr/>
        </p:nvSpPr>
        <p:spPr>
          <a:xfrm>
            <a:off x="8705088" y="4059936"/>
            <a:ext cx="2194560" cy="256032"/>
          </a:xfrm>
          <a:prstGeom prst="rect">
            <a:avLst/>
          </a:prstGeom>
          <a:noFill/>
          <a:ln/>
        </p:spPr>
        <p:txBody>
          <a:bodyPr wrap="square" lIns="0" tIns="0" rIns="0" bIns="0" rtlCol="0" anchor="ctr"/>
          <a:lstStyle/>
          <a:p>
            <a:pPr marL="0" indent="0" algn="r">
              <a:buNone/>
            </a:pPr>
            <a:r>
              <a:rPr lang="en-US" sz="1000" b="1" kern="0" spc="120" dirty="0">
                <a:solidFill>
                  <a:srgbClr val="4A5568"/>
                </a:solidFill>
                <a:latin typeface="Lato" pitchFamily="34" charset="0"/>
                <a:ea typeface="Lato" pitchFamily="34" charset="-122"/>
                <a:cs typeface="Lato" pitchFamily="34" charset="-120"/>
              </a:rPr>
              <a:t>→ aggravation</a:t>
            </a:r>
            <a:endParaRPr lang="en-US" sz="1000" dirty="0"/>
          </a:p>
        </p:txBody>
      </p:sp>
      <p:sp>
        <p:nvSpPr>
          <p:cNvPr id="23" name="Shape 21"/>
          <p:cNvSpPr/>
          <p:nvPr/>
        </p:nvSpPr>
        <p:spPr>
          <a:xfrm>
            <a:off x="658368" y="4443984"/>
            <a:ext cx="5230368" cy="859536"/>
          </a:xfrm>
          <a:prstGeom prst="rect">
            <a:avLst/>
          </a:prstGeom>
          <a:solidFill>
            <a:srgbClr val="F2F4F8"/>
          </a:solidFill>
          <a:ln/>
        </p:spPr>
        <p:txBody>
          <a:bodyPr/>
          <a:lstStyle/>
          <a:p>
            <a:endParaRPr lang="fr-FR"/>
          </a:p>
        </p:txBody>
      </p:sp>
      <p:sp>
        <p:nvSpPr>
          <p:cNvPr id="24" name="Shape 22"/>
          <p:cNvSpPr/>
          <p:nvPr/>
        </p:nvSpPr>
        <p:spPr>
          <a:xfrm>
            <a:off x="914400" y="4828032"/>
            <a:ext cx="82296" cy="82296"/>
          </a:xfrm>
          <a:prstGeom prst="ellipse">
            <a:avLst/>
          </a:prstGeom>
          <a:solidFill>
            <a:srgbClr val="C5A55A"/>
          </a:solidFill>
          <a:ln/>
        </p:spPr>
        <p:txBody>
          <a:bodyPr/>
          <a:lstStyle/>
          <a:p>
            <a:endParaRPr lang="fr-FR"/>
          </a:p>
        </p:txBody>
      </p:sp>
      <p:sp>
        <p:nvSpPr>
          <p:cNvPr id="25" name="Text 23"/>
          <p:cNvSpPr txBox="1"/>
          <p:nvPr/>
        </p:nvSpPr>
        <p:spPr>
          <a:xfrm>
            <a:off x="1170432" y="4443984"/>
            <a:ext cx="4517136" cy="859536"/>
          </a:xfrm>
          <a:prstGeom prst="rect">
            <a:avLst/>
          </a:prstGeom>
          <a:noFill/>
          <a:ln/>
        </p:spPr>
        <p:txBody>
          <a:bodyPr wrap="square" lIns="0" tIns="0" rIns="0" bIns="0" rtlCol="0" anchor="ctr"/>
          <a:lstStyle/>
          <a:p>
            <a:pPr marL="0" indent="0">
              <a:lnSpc>
                <a:spcPct val="114000"/>
              </a:lnSpc>
              <a:buNone/>
            </a:pPr>
            <a:r>
              <a:rPr lang="en-US" sz="1200" dirty="0">
                <a:solidFill>
                  <a:srgbClr val="232A3A"/>
                </a:solidFill>
                <a:latin typeface="Lato" pitchFamily="34" charset="0"/>
                <a:ea typeface="Lato" pitchFamily="34" charset="-122"/>
                <a:cs typeface="Lato" pitchFamily="34" charset="-120"/>
              </a:rPr>
              <a:t>Un emplacement non renseigné donne un facteur neutre, donc une notation </a:t>
            </a:r>
            <a:r>
              <a:rPr lang="en-US" sz="1200" dirty="0" err="1">
                <a:solidFill>
                  <a:srgbClr val="232A3A"/>
                </a:solidFill>
                <a:latin typeface="Lato" pitchFamily="34" charset="0"/>
                <a:ea typeface="Lato" pitchFamily="34" charset="-122"/>
                <a:cs typeface="Lato" pitchFamily="34" charset="-120"/>
              </a:rPr>
              <a:t>inchangée</a:t>
            </a:r>
            <a:r>
              <a:rPr lang="en-US" sz="1200" dirty="0">
                <a:solidFill>
                  <a:srgbClr val="232A3A"/>
                </a:solidFill>
                <a:latin typeface="Lato" pitchFamily="34" charset="0"/>
                <a:ea typeface="Lato" pitchFamily="34" charset="-122"/>
                <a:cs typeface="Lato" pitchFamily="34" charset="-120"/>
              </a:rPr>
              <a:t>.</a:t>
            </a:r>
            <a:endParaRPr lang="en-US" sz="1200" dirty="0"/>
          </a:p>
        </p:txBody>
      </p:sp>
      <p:sp>
        <p:nvSpPr>
          <p:cNvPr id="26" name="Shape 24"/>
          <p:cNvSpPr/>
          <p:nvPr/>
        </p:nvSpPr>
        <p:spPr>
          <a:xfrm>
            <a:off x="6190488" y="4443984"/>
            <a:ext cx="5230368" cy="859536"/>
          </a:xfrm>
          <a:prstGeom prst="rect">
            <a:avLst/>
          </a:prstGeom>
          <a:solidFill>
            <a:srgbClr val="F2F4F8"/>
          </a:solidFill>
          <a:ln/>
        </p:spPr>
        <p:txBody>
          <a:bodyPr/>
          <a:lstStyle/>
          <a:p>
            <a:endParaRPr lang="fr-FR"/>
          </a:p>
        </p:txBody>
      </p:sp>
      <p:sp>
        <p:nvSpPr>
          <p:cNvPr id="27" name="Shape 25"/>
          <p:cNvSpPr/>
          <p:nvPr/>
        </p:nvSpPr>
        <p:spPr>
          <a:xfrm>
            <a:off x="6446520" y="4828032"/>
            <a:ext cx="82296" cy="82296"/>
          </a:xfrm>
          <a:prstGeom prst="ellipse">
            <a:avLst/>
          </a:prstGeom>
          <a:solidFill>
            <a:srgbClr val="C5A55A"/>
          </a:solidFill>
          <a:ln/>
        </p:spPr>
        <p:txBody>
          <a:bodyPr/>
          <a:lstStyle/>
          <a:p>
            <a:endParaRPr lang="fr-FR"/>
          </a:p>
        </p:txBody>
      </p:sp>
      <p:sp>
        <p:nvSpPr>
          <p:cNvPr id="28" name="Text 26"/>
          <p:cNvSpPr txBox="1"/>
          <p:nvPr/>
        </p:nvSpPr>
        <p:spPr>
          <a:xfrm>
            <a:off x="6702552" y="4443984"/>
            <a:ext cx="4517136" cy="859536"/>
          </a:xfrm>
          <a:prstGeom prst="rect">
            <a:avLst/>
          </a:prstGeom>
          <a:noFill/>
          <a:ln/>
        </p:spPr>
        <p:txBody>
          <a:bodyPr wrap="square" lIns="0" tIns="0" rIns="0" bIns="0" rtlCol="0" anchor="ctr"/>
          <a:lstStyle/>
          <a:p>
            <a:pPr marL="0" indent="0">
              <a:lnSpc>
                <a:spcPct val="114000"/>
              </a:lnSpc>
              <a:buNone/>
            </a:pPr>
            <a:r>
              <a:rPr lang="en-US" sz="1200" dirty="0">
                <a:solidFill>
                  <a:srgbClr val="232A3A"/>
                </a:solidFill>
                <a:latin typeface="Lato" pitchFamily="34" charset="0"/>
                <a:ea typeface="Lato" pitchFamily="34" charset="-122"/>
                <a:cs typeface="Lato" pitchFamily="34" charset="-120"/>
              </a:rPr>
              <a:t>Les six paliers sont déclarés dans un fichier de configuration </a:t>
            </a:r>
            <a:r>
              <a:rPr lang="en-US" sz="1200" dirty="0" err="1">
                <a:solidFill>
                  <a:srgbClr val="232A3A"/>
                </a:solidFill>
                <a:latin typeface="Lato" pitchFamily="34" charset="0"/>
                <a:ea typeface="Lato" pitchFamily="34" charset="-122"/>
                <a:cs typeface="Lato" pitchFamily="34" charset="-120"/>
              </a:rPr>
              <a:t>afin</a:t>
            </a:r>
            <a:r>
              <a:rPr lang="en-US" sz="1200" dirty="0">
                <a:solidFill>
                  <a:srgbClr val="232A3A"/>
                </a:solidFill>
                <a:latin typeface="Lato" pitchFamily="34" charset="0"/>
                <a:ea typeface="Lato" pitchFamily="34" charset="-122"/>
                <a:cs typeface="Lato" pitchFamily="34" charset="-120"/>
              </a:rPr>
              <a:t> que leur calibrage relève du métier.</a:t>
            </a:r>
            <a:endParaRPr lang="en-US" sz="1200" dirty="0"/>
          </a:p>
        </p:txBody>
      </p:sp>
      <p:sp>
        <p:nvSpPr>
          <p:cNvPr id="900" name="Numero de page"/>
          <p:cNvSpPr>
            <a:spLocks noGrp="1"/>
          </p:cNvSpPr>
          <p:nvPr>
            <p:ph type="sldNum" sz="quarter" idx="4294967295"/>
          </p:nvPr>
        </p:nvSpPr>
        <p:spPr>
          <a:xfrm>
            <a:off x="11150600" y="6426200"/>
            <a:ext cx="698500" cy="254000"/>
          </a:xfrm>
          <a:prstGeom prst="rect">
            <a:avLst/>
          </a:prstGeom>
        </p:spPr>
        <p:txBody>
          <a:bodyPr lIns="0" tIns="0" rIns="0" bIns="0" anchor="ctr"/>
          <a:lstStyle/>
          <a:p>
            <a:pPr algn="r"/>
            <a:fld id="{87770027-EF53-441B-9D16-26101A5FE043}" type="slidenum">
              <a:rPr lang="fr-FR" sz="900" b="0">
                <a:solidFill>
                  <a:srgbClr val="4A5568"/>
                </a:solidFill>
                <a:latin typeface="Lato"/>
              </a:rPr>
              <a:t>38</a:t>
            </a:fld>
            <a:endParaRPr lang="fr-FR">
              <a:solidFill>
                <a:srgbClr val="4A5568"/>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658368" y="146304"/>
            <a:ext cx="10874959" cy="256032"/>
          </a:xfrm>
          <a:prstGeom prst="rect">
            <a:avLst/>
          </a:prstGeom>
          <a:noFill/>
          <a:ln/>
        </p:spPr>
        <p:txBody>
          <a:bodyPr wrap="square" lIns="0" tIns="0" rIns="0" bIns="0" rtlCol="0" anchor="ctr"/>
          <a:lstStyle/>
          <a:p>
            <a:pPr marL="0" indent="0">
              <a:buNone/>
            </a:pPr>
            <a:r>
              <a:rPr lang="en-US" sz="1100" b="1" kern="0" spc="220" dirty="0">
                <a:solidFill>
                  <a:srgbClr val="C5A55A"/>
                </a:solidFill>
                <a:latin typeface="Lato" pitchFamily="34" charset="0"/>
                <a:ea typeface="Lato" pitchFamily="34" charset="-122"/>
                <a:cs typeface="Lato" pitchFamily="34" charset="-120"/>
              </a:rPr>
              <a:t>RÉSULTAT MESURÉ — L'ORDRE DE TRAITEMENT CHANGE</a:t>
            </a:r>
            <a:endParaRPr lang="en-US" sz="1100" dirty="0"/>
          </a:p>
        </p:txBody>
      </p:sp>
      <p:sp>
        <p:nvSpPr>
          <p:cNvPr id="3" name="Text 1"/>
          <p:cNvSpPr txBox="1"/>
          <p:nvPr/>
        </p:nvSpPr>
        <p:spPr>
          <a:xfrm>
            <a:off x="658368" y="420624"/>
            <a:ext cx="10874959" cy="658368"/>
          </a:xfrm>
          <a:prstGeom prst="rect">
            <a:avLst/>
          </a:prstGeom>
          <a:noFill/>
          <a:ln/>
        </p:spPr>
        <p:txBody>
          <a:bodyPr wrap="square" lIns="0" tIns="0" rIns="0" bIns="0" rtlCol="0" anchor="t"/>
          <a:lstStyle/>
          <a:p>
            <a:pPr marL="0" indent="0">
              <a:buNone/>
            </a:pPr>
            <a:r>
              <a:rPr lang="en-US" sz="3000" b="1" dirty="0">
                <a:solidFill>
                  <a:srgbClr val="1B2A4A"/>
                </a:solidFill>
                <a:latin typeface="Lato" pitchFamily="34" charset="0"/>
                <a:ea typeface="Lato" pitchFamily="34" charset="-122"/>
                <a:cs typeface="Lato" pitchFamily="34" charset="-120"/>
              </a:rPr>
              <a:t>Effets sur la hiérarchisation des vulnérabilités</a:t>
            </a:r>
            <a:endParaRPr lang="en-US" sz="3000" dirty="0"/>
          </a:p>
        </p:txBody>
      </p:sp>
      <p:graphicFrame>
        <p:nvGraphicFramePr>
          <p:cNvPr id="4" name="Chart 0"/>
          <p:cNvGraphicFramePr/>
          <p:nvPr/>
        </p:nvGraphicFramePr>
        <p:xfrm>
          <a:off x="658368" y="1517904"/>
          <a:ext cx="6492240" cy="3127248"/>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658368" y="4700016"/>
            <a:ext cx="6492240" cy="310896"/>
          </a:xfrm>
          <a:prstGeom prst="rect">
            <a:avLst/>
          </a:prstGeom>
          <a:noFill/>
          <a:ln/>
        </p:spPr>
        <p:txBody>
          <a:bodyPr wrap="square" lIns="0" tIns="0" rIns="0" bIns="0" rtlCol="0" anchor="t"/>
          <a:lstStyle/>
          <a:p>
            <a:pPr marL="0" indent="0">
              <a:buNone/>
            </a:pPr>
            <a:r>
              <a:rPr lang="en-US" sz="1050" i="1" dirty="0">
                <a:solidFill>
                  <a:srgbClr val="4A5568"/>
                </a:solidFill>
                <a:latin typeface="Lato" pitchFamily="34" charset="0"/>
                <a:ea typeface="Lato" pitchFamily="34" charset="-122"/>
                <a:cs typeface="Lato" pitchFamily="34" charset="-120"/>
              </a:rPr>
              <a:t>Répartition des 11 516 lignes de notation selon le mouvement de leur niveau de criticité.</a:t>
            </a:r>
            <a:endParaRPr lang="en-US" sz="1050" dirty="0"/>
          </a:p>
        </p:txBody>
      </p:sp>
      <p:sp>
        <p:nvSpPr>
          <p:cNvPr id="6" name="Text 3"/>
          <p:cNvSpPr txBox="1"/>
          <p:nvPr/>
        </p:nvSpPr>
        <p:spPr>
          <a:xfrm>
            <a:off x="7333488" y="1554480"/>
            <a:ext cx="4206240" cy="822960"/>
          </a:xfrm>
          <a:prstGeom prst="rect">
            <a:avLst/>
          </a:prstGeom>
          <a:noFill/>
          <a:ln/>
        </p:spPr>
        <p:txBody>
          <a:bodyPr wrap="square" lIns="0" tIns="0" rIns="0" bIns="0" rtlCol="0" anchor="ctr"/>
          <a:lstStyle/>
          <a:p>
            <a:pPr marL="0" indent="0" algn="l">
              <a:buNone/>
            </a:pPr>
            <a:r>
              <a:rPr lang="en-US" sz="5200" b="1" dirty="0">
                <a:solidFill>
                  <a:srgbClr val="C5A55A"/>
                </a:solidFill>
                <a:latin typeface="Lato" pitchFamily="34" charset="0"/>
                <a:ea typeface="Lato" pitchFamily="34" charset="-122"/>
                <a:cs typeface="Lato" pitchFamily="34" charset="-120"/>
              </a:rPr>
              <a:t>55,6 %</a:t>
            </a:r>
            <a:endParaRPr lang="en-US" sz="5200" dirty="0"/>
          </a:p>
        </p:txBody>
      </p:sp>
      <p:sp>
        <p:nvSpPr>
          <p:cNvPr id="7" name="Text 4"/>
          <p:cNvSpPr txBox="1"/>
          <p:nvPr/>
        </p:nvSpPr>
        <p:spPr>
          <a:xfrm>
            <a:off x="7333488" y="2359152"/>
            <a:ext cx="4206240" cy="566928"/>
          </a:xfrm>
          <a:prstGeom prst="rect">
            <a:avLst/>
          </a:prstGeom>
          <a:noFill/>
          <a:ln/>
        </p:spPr>
        <p:txBody>
          <a:bodyPr wrap="square" lIns="0" tIns="0" rIns="0" bIns="0" rtlCol="0" anchor="t"/>
          <a:lstStyle/>
          <a:p>
            <a:pPr marL="0" indent="0" algn="l">
              <a:lnSpc>
                <a:spcPct val="112000"/>
              </a:lnSpc>
              <a:buNone/>
            </a:pPr>
            <a:r>
              <a:rPr lang="en-US" sz="1300" dirty="0">
                <a:solidFill>
                  <a:srgbClr val="4A5568"/>
                </a:solidFill>
                <a:latin typeface="Lato" pitchFamily="34" charset="0"/>
                <a:ea typeface="Lato" pitchFamily="34" charset="-122"/>
                <a:cs typeface="Lato" pitchFamily="34" charset="-120"/>
              </a:rPr>
              <a:t>des vulnérabilités changent de niveau de criticité</a:t>
            </a:r>
            <a:endParaRPr lang="en-US" sz="1300" dirty="0"/>
          </a:p>
        </p:txBody>
      </p:sp>
      <p:sp>
        <p:nvSpPr>
          <p:cNvPr id="8" name="Shape 5"/>
          <p:cNvSpPr/>
          <p:nvPr/>
        </p:nvSpPr>
        <p:spPr>
          <a:xfrm>
            <a:off x="7333488" y="3255264"/>
            <a:ext cx="4206240" cy="1316736"/>
          </a:xfrm>
          <a:prstGeom prst="rect">
            <a:avLst/>
          </a:prstGeom>
          <a:solidFill>
            <a:srgbClr val="F2F4F8"/>
          </a:solidFill>
          <a:ln/>
        </p:spPr>
        <p:txBody>
          <a:bodyPr/>
          <a:lstStyle/>
          <a:p>
            <a:endParaRPr lang="fr-FR"/>
          </a:p>
        </p:txBody>
      </p:sp>
      <p:sp>
        <p:nvSpPr>
          <p:cNvPr id="9" name="Text 6"/>
          <p:cNvSpPr txBox="1"/>
          <p:nvPr/>
        </p:nvSpPr>
        <p:spPr>
          <a:xfrm>
            <a:off x="7589520" y="3438144"/>
            <a:ext cx="3657600" cy="402336"/>
          </a:xfrm>
          <a:prstGeom prst="rect">
            <a:avLst/>
          </a:prstGeom>
          <a:noFill/>
          <a:ln/>
        </p:spPr>
        <p:txBody>
          <a:bodyPr wrap="square" lIns="0" tIns="0" rIns="0" bIns="0" rtlCol="0" anchor="ctr"/>
          <a:lstStyle/>
          <a:p>
            <a:pPr marL="0" indent="0">
              <a:buNone/>
            </a:pPr>
            <a:r>
              <a:rPr lang="en-US" sz="2200" b="1" dirty="0">
                <a:solidFill>
                  <a:srgbClr val="1B2A4A"/>
                </a:solidFill>
                <a:latin typeface="Lato" pitchFamily="34" charset="0"/>
                <a:ea typeface="Lato" pitchFamily="34" charset="-122"/>
                <a:cs typeface="Lato" pitchFamily="34" charset="-120"/>
              </a:rPr>
              <a:t>100 / 100</a:t>
            </a:r>
            <a:endParaRPr lang="en-US" sz="2200" dirty="0"/>
          </a:p>
        </p:txBody>
      </p:sp>
      <p:sp>
        <p:nvSpPr>
          <p:cNvPr id="10" name="Text 7"/>
          <p:cNvSpPr txBox="1"/>
          <p:nvPr/>
        </p:nvSpPr>
        <p:spPr>
          <a:xfrm>
            <a:off x="7589520" y="3858768"/>
            <a:ext cx="3694176" cy="640080"/>
          </a:xfrm>
          <a:prstGeom prst="rect">
            <a:avLst/>
          </a:prstGeom>
          <a:noFill/>
          <a:ln/>
        </p:spPr>
        <p:txBody>
          <a:bodyPr wrap="square" lIns="0" tIns="0" rIns="0" bIns="0" rtlCol="0" anchor="ctr"/>
          <a:lstStyle/>
          <a:p>
            <a:pPr marL="0" indent="0">
              <a:lnSpc>
                <a:spcPct val="114000"/>
              </a:lnSpc>
              <a:buNone/>
            </a:pPr>
            <a:r>
              <a:rPr lang="en-US" sz="1200" dirty="0">
                <a:solidFill>
                  <a:srgbClr val="232A3A"/>
                </a:solidFill>
                <a:latin typeface="Lato" pitchFamily="34" charset="0"/>
                <a:ea typeface="Lato" pitchFamily="34" charset="-122"/>
                <a:cs typeface="Lato" pitchFamily="34" charset="-120"/>
              </a:rPr>
              <a:t>Les cent vulnérabilités les mieux notées demeurent identiques : les priorités hautes ne sont pas diluées.</a:t>
            </a:r>
            <a:endParaRPr lang="en-US" sz="1200" dirty="0"/>
          </a:p>
        </p:txBody>
      </p:sp>
      <p:sp>
        <p:nvSpPr>
          <p:cNvPr id="11" name="Shape 8"/>
          <p:cNvSpPr/>
          <p:nvPr/>
        </p:nvSpPr>
        <p:spPr>
          <a:xfrm>
            <a:off x="658368" y="5175504"/>
            <a:ext cx="10874959" cy="786384"/>
          </a:xfrm>
          <a:prstGeom prst="rect">
            <a:avLst/>
          </a:prstGeom>
          <a:solidFill>
            <a:srgbClr val="1B2A4A"/>
          </a:solidFill>
          <a:ln/>
        </p:spPr>
        <p:txBody>
          <a:bodyPr/>
          <a:lstStyle/>
          <a:p>
            <a:endParaRPr lang="fr-FR"/>
          </a:p>
        </p:txBody>
      </p:sp>
      <p:sp>
        <p:nvSpPr>
          <p:cNvPr id="12" name="Text 9"/>
          <p:cNvSpPr txBox="1"/>
          <p:nvPr/>
        </p:nvSpPr>
        <p:spPr>
          <a:xfrm>
            <a:off x="914400" y="5175504"/>
            <a:ext cx="10362895" cy="786384"/>
          </a:xfrm>
          <a:prstGeom prst="rect">
            <a:avLst/>
          </a:prstGeom>
          <a:noFill/>
          <a:ln/>
        </p:spPr>
        <p:txBody>
          <a:bodyPr wrap="square" lIns="0" tIns="0" rIns="0" bIns="0" rtlCol="0" anchor="ctr"/>
          <a:lstStyle/>
          <a:p>
            <a:pPr marL="0" indent="0">
              <a:lnSpc>
                <a:spcPct val="106000"/>
              </a:lnSpc>
              <a:buNone/>
            </a:pPr>
            <a:r>
              <a:rPr lang="en-US" sz="1600" b="1" dirty="0">
                <a:solidFill>
                  <a:srgbClr val="C5A55A"/>
                </a:solidFill>
                <a:latin typeface="Lato" pitchFamily="34" charset="0"/>
                <a:ea typeface="Lato" pitchFamily="34" charset="-122"/>
                <a:cs typeface="Lato" pitchFamily="34" charset="-120"/>
              </a:rPr>
              <a:t>Le facteur ne modifie pas le classement des actifs, mais il modifie l'ordre de </a:t>
            </a:r>
            <a:r>
              <a:rPr lang="en-US" sz="1600" b="1" dirty="0" err="1">
                <a:solidFill>
                  <a:srgbClr val="C5A55A"/>
                </a:solidFill>
                <a:latin typeface="Lato" pitchFamily="34" charset="0"/>
                <a:ea typeface="Lato" pitchFamily="34" charset="-122"/>
                <a:cs typeface="Lato" pitchFamily="34" charset="-120"/>
              </a:rPr>
              <a:t>traitement</a:t>
            </a:r>
            <a:endParaRPr lang="en-US" sz="1600" dirty="0">
              <a:solidFill>
                <a:srgbClr val="C5A55A"/>
              </a:solidFill>
            </a:endParaRPr>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45A95159-9C63-4D7D-A1B2-940D31E40AD8}" type="slidenum">
              <a:rPr lang="fr-FR" sz="900" b="0">
                <a:solidFill>
                  <a:srgbClr val="4A5568"/>
                </a:solidFill>
                <a:latin typeface="Lato"/>
              </a:rPr>
              <a:t>40</a:t>
            </a:fld>
            <a:endParaRPr lang="fr-FR">
              <a:solidFill>
                <a:srgbClr val="4A5568"/>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658368" y="146304"/>
            <a:ext cx="10874959" cy="256032"/>
          </a:xfrm>
          <a:prstGeom prst="rect">
            <a:avLst/>
          </a:prstGeom>
          <a:noFill/>
          <a:ln/>
        </p:spPr>
        <p:txBody>
          <a:bodyPr wrap="square" lIns="0" tIns="0" rIns="0" bIns="0" rtlCol="0" anchor="ctr"/>
          <a:lstStyle/>
          <a:p>
            <a:pPr marL="0" indent="0">
              <a:buNone/>
            </a:pPr>
            <a:r>
              <a:rPr lang="en-US" sz="1100" b="1" kern="0" spc="220" dirty="0">
                <a:solidFill>
                  <a:srgbClr val="C5A55A"/>
                </a:solidFill>
                <a:latin typeface="Lato" pitchFamily="34" charset="0"/>
                <a:ea typeface="Lato" pitchFamily="34" charset="-122"/>
                <a:cs typeface="Lato" pitchFamily="34" charset="-120"/>
              </a:rPr>
              <a:t>DEUX LECTURES DÉFENDABLES</a:t>
            </a:r>
            <a:endParaRPr lang="en-US" sz="1100" dirty="0"/>
          </a:p>
        </p:txBody>
      </p:sp>
      <p:sp>
        <p:nvSpPr>
          <p:cNvPr id="3" name="Text 1"/>
          <p:cNvSpPr txBox="1"/>
          <p:nvPr/>
        </p:nvSpPr>
        <p:spPr>
          <a:xfrm>
            <a:off x="658368" y="420624"/>
            <a:ext cx="10874959" cy="658368"/>
          </a:xfrm>
          <a:prstGeom prst="rect">
            <a:avLst/>
          </a:prstGeom>
          <a:noFill/>
          <a:ln/>
        </p:spPr>
        <p:txBody>
          <a:bodyPr wrap="square" lIns="0" tIns="0" rIns="0" bIns="0" rtlCol="0" anchor="t"/>
          <a:lstStyle/>
          <a:p>
            <a:pPr marL="0" indent="0">
              <a:buNone/>
            </a:pPr>
            <a:r>
              <a:rPr lang="en-US" sz="3000" b="1" dirty="0">
                <a:solidFill>
                  <a:srgbClr val="1B2A4A"/>
                </a:solidFill>
                <a:latin typeface="Lato" pitchFamily="34" charset="0"/>
                <a:ea typeface="Lato" pitchFamily="34" charset="-122"/>
                <a:cs typeface="Lato" pitchFamily="34" charset="-120"/>
              </a:rPr>
              <a:t>Calibrage des seuils de criticité</a:t>
            </a:r>
            <a:endParaRPr lang="en-US" sz="3000" dirty="0"/>
          </a:p>
        </p:txBody>
      </p:sp>
      <p:sp>
        <p:nvSpPr>
          <p:cNvPr id="4" name="Text 2"/>
          <p:cNvSpPr txBox="1"/>
          <p:nvPr/>
        </p:nvSpPr>
        <p:spPr>
          <a:xfrm>
            <a:off x="658368" y="1243584"/>
            <a:ext cx="5029200" cy="237744"/>
          </a:xfrm>
          <a:prstGeom prst="rect">
            <a:avLst/>
          </a:prstGeom>
          <a:noFill/>
          <a:ln/>
        </p:spPr>
        <p:txBody>
          <a:bodyPr wrap="square" lIns="0" tIns="0" rIns="0" bIns="0" rtlCol="0" anchor="ctr"/>
          <a:lstStyle/>
          <a:p>
            <a:pPr marL="0" indent="0">
              <a:buNone/>
            </a:pPr>
            <a:r>
              <a:rPr lang="en-US" sz="1000" b="1" kern="0" spc="150" dirty="0">
                <a:solidFill>
                  <a:srgbClr val="4A5568"/>
                </a:solidFill>
                <a:latin typeface="Lato" pitchFamily="34" charset="0"/>
                <a:ea typeface="Lato" pitchFamily="34" charset="-122"/>
                <a:cs typeface="Lato" pitchFamily="34" charset="-120"/>
              </a:rPr>
              <a:t>DISTRIBUTION DES NOTATIONS OBTENUES</a:t>
            </a:r>
            <a:endParaRPr lang="en-US" sz="1000" dirty="0"/>
          </a:p>
        </p:txBody>
      </p:sp>
      <p:sp>
        <p:nvSpPr>
          <p:cNvPr id="5" name="Shape 3"/>
          <p:cNvSpPr/>
          <p:nvPr/>
        </p:nvSpPr>
        <p:spPr>
          <a:xfrm>
            <a:off x="685800" y="2290755"/>
            <a:ext cx="721919" cy="141549"/>
          </a:xfrm>
          <a:prstGeom prst="rect">
            <a:avLst/>
          </a:prstGeom>
          <a:solidFill>
            <a:srgbClr val="E6EAF1"/>
          </a:solidFill>
          <a:ln/>
        </p:spPr>
        <p:txBody>
          <a:bodyPr/>
          <a:lstStyle/>
          <a:p>
            <a:endParaRPr lang="fr-FR"/>
          </a:p>
        </p:txBody>
      </p:sp>
      <p:sp>
        <p:nvSpPr>
          <p:cNvPr id="6" name="Shape 4"/>
          <p:cNvSpPr/>
          <p:nvPr/>
        </p:nvSpPr>
        <p:spPr>
          <a:xfrm>
            <a:off x="1462583" y="2164933"/>
            <a:ext cx="721919" cy="267371"/>
          </a:xfrm>
          <a:prstGeom prst="rect">
            <a:avLst/>
          </a:prstGeom>
          <a:solidFill>
            <a:srgbClr val="E6EAF1"/>
          </a:solidFill>
          <a:ln/>
        </p:spPr>
        <p:txBody>
          <a:bodyPr/>
          <a:lstStyle/>
          <a:p>
            <a:endParaRPr lang="fr-FR"/>
          </a:p>
        </p:txBody>
      </p:sp>
      <p:sp>
        <p:nvSpPr>
          <p:cNvPr id="7" name="Shape 5"/>
          <p:cNvSpPr/>
          <p:nvPr/>
        </p:nvSpPr>
        <p:spPr>
          <a:xfrm>
            <a:off x="2239366" y="1999793"/>
            <a:ext cx="721919" cy="432511"/>
          </a:xfrm>
          <a:prstGeom prst="rect">
            <a:avLst/>
          </a:prstGeom>
          <a:solidFill>
            <a:srgbClr val="E6EAF1"/>
          </a:solidFill>
          <a:ln/>
        </p:spPr>
        <p:txBody>
          <a:bodyPr/>
          <a:lstStyle/>
          <a:p>
            <a:endParaRPr lang="fr-FR"/>
          </a:p>
        </p:txBody>
      </p:sp>
      <p:sp>
        <p:nvSpPr>
          <p:cNvPr id="8" name="Shape 6"/>
          <p:cNvSpPr/>
          <p:nvPr/>
        </p:nvSpPr>
        <p:spPr>
          <a:xfrm>
            <a:off x="3016148" y="1818924"/>
            <a:ext cx="721919" cy="613380"/>
          </a:xfrm>
          <a:prstGeom prst="rect">
            <a:avLst/>
          </a:prstGeom>
          <a:solidFill>
            <a:srgbClr val="E6EAF1"/>
          </a:solidFill>
          <a:ln/>
        </p:spPr>
        <p:txBody>
          <a:bodyPr/>
          <a:lstStyle/>
          <a:p>
            <a:endParaRPr lang="fr-FR"/>
          </a:p>
        </p:txBody>
      </p:sp>
      <p:sp>
        <p:nvSpPr>
          <p:cNvPr id="9" name="Shape 7"/>
          <p:cNvSpPr/>
          <p:nvPr/>
        </p:nvSpPr>
        <p:spPr>
          <a:xfrm>
            <a:off x="3792931" y="1685239"/>
            <a:ext cx="721919" cy="747065"/>
          </a:xfrm>
          <a:prstGeom prst="rect">
            <a:avLst/>
          </a:prstGeom>
          <a:solidFill>
            <a:srgbClr val="E6EAF1"/>
          </a:solidFill>
          <a:ln/>
        </p:spPr>
        <p:txBody>
          <a:bodyPr/>
          <a:lstStyle/>
          <a:p>
            <a:endParaRPr lang="fr-FR"/>
          </a:p>
        </p:txBody>
      </p:sp>
      <p:sp>
        <p:nvSpPr>
          <p:cNvPr id="10" name="Shape 8"/>
          <p:cNvSpPr/>
          <p:nvPr/>
        </p:nvSpPr>
        <p:spPr>
          <a:xfrm>
            <a:off x="4569714" y="1645920"/>
            <a:ext cx="721919" cy="786384"/>
          </a:xfrm>
          <a:prstGeom prst="rect">
            <a:avLst/>
          </a:prstGeom>
          <a:solidFill>
            <a:srgbClr val="E6EAF1"/>
          </a:solidFill>
          <a:ln/>
        </p:spPr>
        <p:txBody>
          <a:bodyPr/>
          <a:lstStyle/>
          <a:p>
            <a:endParaRPr lang="fr-FR"/>
          </a:p>
        </p:txBody>
      </p:sp>
      <p:sp>
        <p:nvSpPr>
          <p:cNvPr id="11" name="Shape 9"/>
          <p:cNvSpPr/>
          <p:nvPr/>
        </p:nvSpPr>
        <p:spPr>
          <a:xfrm>
            <a:off x="5346497" y="1740286"/>
            <a:ext cx="721919" cy="692018"/>
          </a:xfrm>
          <a:prstGeom prst="rect">
            <a:avLst/>
          </a:prstGeom>
          <a:solidFill>
            <a:srgbClr val="1B2A4A"/>
          </a:solidFill>
          <a:ln/>
        </p:spPr>
        <p:txBody>
          <a:bodyPr/>
          <a:lstStyle/>
          <a:p>
            <a:endParaRPr lang="fr-FR"/>
          </a:p>
        </p:txBody>
      </p:sp>
      <p:sp>
        <p:nvSpPr>
          <p:cNvPr id="12" name="Shape 10"/>
          <p:cNvSpPr/>
          <p:nvPr/>
        </p:nvSpPr>
        <p:spPr>
          <a:xfrm>
            <a:off x="6123280" y="1913291"/>
            <a:ext cx="721919" cy="519013"/>
          </a:xfrm>
          <a:prstGeom prst="rect">
            <a:avLst/>
          </a:prstGeom>
          <a:solidFill>
            <a:srgbClr val="1B2A4A"/>
          </a:solidFill>
          <a:ln/>
        </p:spPr>
        <p:txBody>
          <a:bodyPr/>
          <a:lstStyle/>
          <a:p>
            <a:endParaRPr lang="fr-FR"/>
          </a:p>
        </p:txBody>
      </p:sp>
      <p:sp>
        <p:nvSpPr>
          <p:cNvPr id="13" name="Shape 11"/>
          <p:cNvSpPr/>
          <p:nvPr/>
        </p:nvSpPr>
        <p:spPr>
          <a:xfrm>
            <a:off x="6900062" y="2086295"/>
            <a:ext cx="721919" cy="346009"/>
          </a:xfrm>
          <a:prstGeom prst="rect">
            <a:avLst/>
          </a:prstGeom>
          <a:solidFill>
            <a:srgbClr val="1B2A4A"/>
          </a:solidFill>
          <a:ln/>
        </p:spPr>
        <p:txBody>
          <a:bodyPr/>
          <a:lstStyle/>
          <a:p>
            <a:endParaRPr lang="fr-FR"/>
          </a:p>
        </p:txBody>
      </p:sp>
      <p:sp>
        <p:nvSpPr>
          <p:cNvPr id="14" name="Shape 12"/>
          <p:cNvSpPr/>
          <p:nvPr/>
        </p:nvSpPr>
        <p:spPr>
          <a:xfrm>
            <a:off x="7676845" y="2212116"/>
            <a:ext cx="721919" cy="220188"/>
          </a:xfrm>
          <a:prstGeom prst="rect">
            <a:avLst/>
          </a:prstGeom>
          <a:solidFill>
            <a:srgbClr val="1B2A4A"/>
          </a:solidFill>
          <a:ln/>
        </p:spPr>
        <p:txBody>
          <a:bodyPr/>
          <a:lstStyle/>
          <a:p>
            <a:endParaRPr lang="fr-FR"/>
          </a:p>
        </p:txBody>
      </p:sp>
      <p:sp>
        <p:nvSpPr>
          <p:cNvPr id="15" name="Shape 13"/>
          <p:cNvSpPr/>
          <p:nvPr/>
        </p:nvSpPr>
        <p:spPr>
          <a:xfrm>
            <a:off x="8453628" y="2298619"/>
            <a:ext cx="721919" cy="133685"/>
          </a:xfrm>
          <a:prstGeom prst="rect">
            <a:avLst/>
          </a:prstGeom>
          <a:solidFill>
            <a:srgbClr val="1B2A4A"/>
          </a:solidFill>
          <a:ln/>
        </p:spPr>
        <p:txBody>
          <a:bodyPr/>
          <a:lstStyle/>
          <a:p>
            <a:endParaRPr lang="fr-FR"/>
          </a:p>
        </p:txBody>
      </p:sp>
      <p:sp>
        <p:nvSpPr>
          <p:cNvPr id="16" name="Shape 14"/>
          <p:cNvSpPr/>
          <p:nvPr/>
        </p:nvSpPr>
        <p:spPr>
          <a:xfrm>
            <a:off x="9230411" y="2353666"/>
            <a:ext cx="721919" cy="78638"/>
          </a:xfrm>
          <a:prstGeom prst="rect">
            <a:avLst/>
          </a:prstGeom>
          <a:solidFill>
            <a:srgbClr val="1B2A4A"/>
          </a:solidFill>
          <a:ln/>
        </p:spPr>
        <p:txBody>
          <a:bodyPr/>
          <a:lstStyle/>
          <a:p>
            <a:endParaRPr lang="fr-FR"/>
          </a:p>
        </p:txBody>
      </p:sp>
      <p:sp>
        <p:nvSpPr>
          <p:cNvPr id="17" name="Shape 15"/>
          <p:cNvSpPr/>
          <p:nvPr/>
        </p:nvSpPr>
        <p:spPr>
          <a:xfrm>
            <a:off x="10007194" y="2385121"/>
            <a:ext cx="721919" cy="47183"/>
          </a:xfrm>
          <a:prstGeom prst="rect">
            <a:avLst/>
          </a:prstGeom>
          <a:solidFill>
            <a:srgbClr val="1B2A4A"/>
          </a:solidFill>
          <a:ln/>
        </p:spPr>
        <p:txBody>
          <a:bodyPr/>
          <a:lstStyle/>
          <a:p>
            <a:endParaRPr lang="fr-FR"/>
          </a:p>
        </p:txBody>
      </p:sp>
      <p:sp>
        <p:nvSpPr>
          <p:cNvPr id="18" name="Shape 16"/>
          <p:cNvSpPr/>
          <p:nvPr/>
        </p:nvSpPr>
        <p:spPr>
          <a:xfrm>
            <a:off x="10783976" y="2408712"/>
            <a:ext cx="721919" cy="23592"/>
          </a:xfrm>
          <a:prstGeom prst="rect">
            <a:avLst/>
          </a:prstGeom>
          <a:solidFill>
            <a:srgbClr val="1B2A4A"/>
          </a:solidFill>
          <a:ln/>
        </p:spPr>
        <p:txBody>
          <a:bodyPr/>
          <a:lstStyle/>
          <a:p>
            <a:endParaRPr lang="fr-FR"/>
          </a:p>
        </p:txBody>
      </p:sp>
      <p:sp>
        <p:nvSpPr>
          <p:cNvPr id="19" name="Shape 17"/>
          <p:cNvSpPr/>
          <p:nvPr/>
        </p:nvSpPr>
        <p:spPr>
          <a:xfrm>
            <a:off x="5312851" y="1517904"/>
            <a:ext cx="21946" cy="1005840"/>
          </a:xfrm>
          <a:prstGeom prst="rect">
            <a:avLst/>
          </a:prstGeom>
          <a:solidFill>
            <a:srgbClr val="C5A55A"/>
          </a:solidFill>
          <a:ln/>
        </p:spPr>
        <p:txBody>
          <a:bodyPr/>
          <a:lstStyle/>
          <a:p>
            <a:endParaRPr lang="fr-FR"/>
          </a:p>
        </p:txBody>
      </p:sp>
      <p:sp>
        <p:nvSpPr>
          <p:cNvPr id="20" name="Text 18"/>
          <p:cNvSpPr txBox="1"/>
          <p:nvPr/>
        </p:nvSpPr>
        <p:spPr>
          <a:xfrm>
            <a:off x="5422579" y="1463040"/>
            <a:ext cx="4206240" cy="274320"/>
          </a:xfrm>
          <a:prstGeom prst="rect">
            <a:avLst/>
          </a:prstGeom>
          <a:noFill/>
          <a:ln/>
        </p:spPr>
        <p:txBody>
          <a:bodyPr wrap="square" lIns="0" tIns="0" rIns="0" bIns="0" rtlCol="0" anchor="ctr"/>
          <a:lstStyle/>
          <a:p>
            <a:pPr marL="0" indent="0">
              <a:buNone/>
            </a:pPr>
            <a:r>
              <a:rPr lang="en-US" sz="1200" b="1" dirty="0">
                <a:solidFill>
                  <a:srgbClr val="C5A55A"/>
                </a:solidFill>
                <a:latin typeface="Lato" pitchFamily="34" charset="0"/>
                <a:ea typeface="Lato" pitchFamily="34" charset="-122"/>
                <a:cs typeface="Lato" pitchFamily="34" charset="-120"/>
              </a:rPr>
              <a:t>médiane 55  ·  seuil « critique » 60</a:t>
            </a:r>
            <a:endParaRPr lang="en-US" sz="1200" dirty="0"/>
          </a:p>
        </p:txBody>
      </p:sp>
      <p:sp>
        <p:nvSpPr>
          <p:cNvPr id="22" name="Shape 20"/>
          <p:cNvSpPr/>
          <p:nvPr/>
        </p:nvSpPr>
        <p:spPr>
          <a:xfrm>
            <a:off x="658368" y="3401568"/>
            <a:ext cx="5230368" cy="2048256"/>
          </a:xfrm>
          <a:prstGeom prst="rect">
            <a:avLst/>
          </a:prstGeom>
          <a:solidFill>
            <a:srgbClr val="1B2A4A"/>
          </a:solidFill>
          <a:ln/>
        </p:spPr>
        <p:txBody>
          <a:bodyPr/>
          <a:lstStyle/>
          <a:p>
            <a:endParaRPr lang="fr-FR"/>
          </a:p>
        </p:txBody>
      </p:sp>
      <p:sp>
        <p:nvSpPr>
          <p:cNvPr id="23" name="Text 21"/>
          <p:cNvSpPr txBox="1"/>
          <p:nvPr/>
        </p:nvSpPr>
        <p:spPr>
          <a:xfrm>
            <a:off x="932688" y="3566160"/>
            <a:ext cx="4663440" cy="310896"/>
          </a:xfrm>
          <a:prstGeom prst="rect">
            <a:avLst/>
          </a:prstGeom>
          <a:noFill/>
          <a:ln/>
        </p:spPr>
        <p:txBody>
          <a:bodyPr wrap="square" lIns="0" tIns="0" rIns="0" bIns="0" rtlCol="0" anchor="ctr"/>
          <a:lstStyle/>
          <a:p>
            <a:pPr marL="0" indent="0">
              <a:buNone/>
            </a:pPr>
            <a:r>
              <a:rPr lang="en-US" sz="1550" b="1" dirty="0">
                <a:solidFill>
                  <a:srgbClr val="C5A55A"/>
                </a:solidFill>
                <a:latin typeface="Lato" pitchFamily="34" charset="0"/>
                <a:ea typeface="Lato" pitchFamily="34" charset="-122"/>
                <a:cs typeface="Lato" pitchFamily="34" charset="-120"/>
              </a:rPr>
              <a:t>Seuils absolus</a:t>
            </a:r>
            <a:endParaRPr lang="en-US" sz="1550" dirty="0"/>
          </a:p>
        </p:txBody>
      </p:sp>
      <p:sp>
        <p:nvSpPr>
          <p:cNvPr id="24" name="Text 22"/>
          <p:cNvSpPr txBox="1"/>
          <p:nvPr/>
        </p:nvSpPr>
        <p:spPr>
          <a:xfrm>
            <a:off x="932688" y="3931920"/>
            <a:ext cx="4663440" cy="530352"/>
          </a:xfrm>
          <a:prstGeom prst="rect">
            <a:avLst/>
          </a:prstGeom>
          <a:noFill/>
          <a:ln/>
        </p:spPr>
        <p:txBody>
          <a:bodyPr wrap="square" lIns="0" tIns="0" rIns="0" bIns="0" rtlCol="0" anchor="ctr"/>
          <a:lstStyle/>
          <a:p>
            <a:pPr marL="0" indent="0">
              <a:buNone/>
            </a:pPr>
            <a:r>
              <a:rPr lang="en-US" sz="3400" b="1" dirty="0">
                <a:solidFill>
                  <a:srgbClr val="FFFFFF"/>
                </a:solidFill>
                <a:latin typeface="Lato" pitchFamily="34" charset="0"/>
                <a:ea typeface="Lato" pitchFamily="34" charset="-122"/>
                <a:cs typeface="Lato" pitchFamily="34" charset="-120"/>
              </a:rPr>
              <a:t>5 254</a:t>
            </a:r>
            <a:r>
              <a:rPr lang="en-US" sz="1200" dirty="0">
                <a:solidFill>
                  <a:srgbClr val="AEB7C6"/>
                </a:solidFill>
                <a:latin typeface="Lato" pitchFamily="34" charset="0"/>
                <a:ea typeface="Lato" pitchFamily="34" charset="-122"/>
                <a:cs typeface="Lato" pitchFamily="34" charset="-120"/>
              </a:rPr>
              <a:t>   lignes critiques, soit 46 %</a:t>
            </a:r>
            <a:endParaRPr lang="en-US" sz="3400" dirty="0"/>
          </a:p>
        </p:txBody>
      </p:sp>
      <p:sp>
        <p:nvSpPr>
          <p:cNvPr id="25" name="Text 23"/>
          <p:cNvSpPr txBox="1"/>
          <p:nvPr/>
        </p:nvSpPr>
        <p:spPr>
          <a:xfrm>
            <a:off x="932688" y="4572000"/>
            <a:ext cx="4663440" cy="749808"/>
          </a:xfrm>
          <a:prstGeom prst="rect">
            <a:avLst/>
          </a:prstGeom>
          <a:noFill/>
          <a:ln/>
        </p:spPr>
        <p:txBody>
          <a:bodyPr wrap="square" lIns="0" tIns="0" rIns="0" bIns="0" rtlCol="0" anchor="ctr"/>
          <a:lstStyle/>
          <a:p>
            <a:pPr marL="0" indent="0">
              <a:lnSpc>
                <a:spcPct val="116000"/>
              </a:lnSpc>
              <a:buNone/>
            </a:pPr>
            <a:r>
              <a:rPr lang="en-US" sz="1200" dirty="0">
                <a:solidFill>
                  <a:srgbClr val="D5DAE4"/>
                </a:solidFill>
                <a:latin typeface="Lato" pitchFamily="34" charset="0"/>
                <a:ea typeface="Lato" pitchFamily="34" charset="-122"/>
                <a:cs typeface="Lato" pitchFamily="34" charset="-120"/>
              </a:rPr>
              <a:t>Une notation exprime une gravité en soi. Deux périmètres et deux dates restent comparables. Seuils du POC, que la recette avait choisi de ne pas figer.</a:t>
            </a:r>
            <a:endParaRPr lang="en-US" sz="1200" dirty="0"/>
          </a:p>
        </p:txBody>
      </p:sp>
      <p:sp>
        <p:nvSpPr>
          <p:cNvPr id="26" name="Shape 24"/>
          <p:cNvSpPr/>
          <p:nvPr/>
        </p:nvSpPr>
        <p:spPr>
          <a:xfrm>
            <a:off x="6190488" y="3401568"/>
            <a:ext cx="5230368" cy="2048256"/>
          </a:xfrm>
          <a:prstGeom prst="rect">
            <a:avLst/>
          </a:prstGeom>
          <a:solidFill>
            <a:srgbClr val="F2F4F8"/>
          </a:solidFill>
          <a:ln/>
        </p:spPr>
        <p:txBody>
          <a:bodyPr/>
          <a:lstStyle/>
          <a:p>
            <a:endParaRPr lang="fr-FR"/>
          </a:p>
        </p:txBody>
      </p:sp>
      <p:sp>
        <p:nvSpPr>
          <p:cNvPr id="27" name="Text 25"/>
          <p:cNvSpPr txBox="1"/>
          <p:nvPr/>
        </p:nvSpPr>
        <p:spPr>
          <a:xfrm>
            <a:off x="6464808" y="3566160"/>
            <a:ext cx="4663440" cy="310896"/>
          </a:xfrm>
          <a:prstGeom prst="rect">
            <a:avLst/>
          </a:prstGeom>
          <a:noFill/>
          <a:ln/>
        </p:spPr>
        <p:txBody>
          <a:bodyPr wrap="square" lIns="0" tIns="0" rIns="0" bIns="0" rtlCol="0" anchor="ctr"/>
          <a:lstStyle/>
          <a:p>
            <a:pPr marL="0" indent="0">
              <a:buNone/>
            </a:pPr>
            <a:r>
              <a:rPr lang="en-US" sz="1550" b="1" dirty="0">
                <a:solidFill>
                  <a:srgbClr val="1B2A4A"/>
                </a:solidFill>
                <a:latin typeface="Lato" pitchFamily="34" charset="0"/>
                <a:ea typeface="Lato" pitchFamily="34" charset="-122"/>
                <a:cs typeface="Lato" pitchFamily="34" charset="-120"/>
              </a:rPr>
              <a:t>Seuils relatifs au parc</a:t>
            </a:r>
            <a:endParaRPr lang="en-US" sz="1550" dirty="0"/>
          </a:p>
        </p:txBody>
      </p:sp>
      <p:sp>
        <p:nvSpPr>
          <p:cNvPr id="28" name="Text 26"/>
          <p:cNvSpPr txBox="1"/>
          <p:nvPr/>
        </p:nvSpPr>
        <p:spPr>
          <a:xfrm>
            <a:off x="6464808" y="3931920"/>
            <a:ext cx="4663440" cy="530352"/>
          </a:xfrm>
          <a:prstGeom prst="rect">
            <a:avLst/>
          </a:prstGeom>
          <a:noFill/>
          <a:ln/>
        </p:spPr>
        <p:txBody>
          <a:bodyPr wrap="square" lIns="0" tIns="0" rIns="0" bIns="0" rtlCol="0" anchor="ctr"/>
          <a:lstStyle/>
          <a:p>
            <a:pPr marL="0" indent="0">
              <a:buNone/>
            </a:pPr>
            <a:r>
              <a:rPr lang="en-US" sz="3400" b="1" dirty="0">
                <a:solidFill>
                  <a:srgbClr val="1B2A4A"/>
                </a:solidFill>
                <a:latin typeface="Lato" pitchFamily="34" charset="0"/>
                <a:ea typeface="Lato" pitchFamily="34" charset="-122"/>
                <a:cs typeface="Lato" pitchFamily="34" charset="-120"/>
              </a:rPr>
              <a:t>709</a:t>
            </a:r>
            <a:r>
              <a:rPr lang="en-US" sz="1200" dirty="0">
                <a:solidFill>
                  <a:srgbClr val="4A5568"/>
                </a:solidFill>
                <a:latin typeface="Lato" pitchFamily="34" charset="0"/>
                <a:ea typeface="Lato" pitchFamily="34" charset="-122"/>
                <a:cs typeface="Lato" pitchFamily="34" charset="-120"/>
              </a:rPr>
              <a:t>   lignes critiques, soit 6 %</a:t>
            </a:r>
            <a:endParaRPr lang="en-US" sz="3400" dirty="0"/>
          </a:p>
        </p:txBody>
      </p:sp>
      <p:sp>
        <p:nvSpPr>
          <p:cNvPr id="29" name="Text 27"/>
          <p:cNvSpPr txBox="1"/>
          <p:nvPr/>
        </p:nvSpPr>
        <p:spPr>
          <a:xfrm>
            <a:off x="6464808" y="4572000"/>
            <a:ext cx="4663440" cy="749808"/>
          </a:xfrm>
          <a:prstGeom prst="rect">
            <a:avLst/>
          </a:prstGeom>
          <a:noFill/>
          <a:ln/>
        </p:spPr>
        <p:txBody>
          <a:bodyPr wrap="square" lIns="0" tIns="0" rIns="0" bIns="0" rtlCol="0" anchor="ctr"/>
          <a:lstStyle/>
          <a:p>
            <a:pPr marL="0" indent="0">
              <a:lnSpc>
                <a:spcPct val="116000"/>
              </a:lnSpc>
              <a:buNone/>
            </a:pPr>
            <a:r>
              <a:rPr lang="en-US" sz="1200" dirty="0">
                <a:solidFill>
                  <a:srgbClr val="232A3A"/>
                </a:solidFill>
                <a:latin typeface="Lato" pitchFamily="34" charset="0"/>
                <a:ea typeface="Lato" pitchFamily="34" charset="-122"/>
                <a:cs typeface="Lato" pitchFamily="34" charset="-120"/>
              </a:rPr>
              <a:t>La mention critique désigne les vulnérabilités à traiter en premier. La file devient finie, mais deux dates ne sont plus comparables.</a:t>
            </a:r>
            <a:endParaRPr lang="en-US" sz="1200" dirty="0"/>
          </a:p>
        </p:txBody>
      </p:sp>
      <p:sp>
        <p:nvSpPr>
          <p:cNvPr id="30" name="Text 28"/>
          <p:cNvSpPr txBox="1"/>
          <p:nvPr/>
        </p:nvSpPr>
        <p:spPr>
          <a:xfrm>
            <a:off x="658368" y="5614416"/>
            <a:ext cx="10874959" cy="548640"/>
          </a:xfrm>
          <a:prstGeom prst="rect">
            <a:avLst/>
          </a:prstGeom>
          <a:noFill/>
          <a:ln/>
        </p:spPr>
        <p:txBody>
          <a:bodyPr wrap="square" lIns="0" tIns="0" rIns="0" bIns="0" rtlCol="0" anchor="ctr"/>
          <a:lstStyle/>
          <a:p>
            <a:pPr marL="0" indent="0">
              <a:lnSpc>
                <a:spcPct val="114000"/>
              </a:lnSpc>
              <a:buNone/>
            </a:pPr>
            <a:r>
              <a:rPr lang="en-US" sz="1200" i="1" dirty="0">
                <a:solidFill>
                  <a:srgbClr val="4A5568"/>
                </a:solidFill>
                <a:latin typeface="Lato" pitchFamily="34" charset="0"/>
                <a:ea typeface="Lato" pitchFamily="34" charset="-122"/>
                <a:cs typeface="Lato" pitchFamily="34" charset="-120"/>
              </a:rPr>
              <a:t>3,6 % seulement des vulnérabilités sont critiques au sens du CVSS. Le tableau de bord permet de basculer d'une lecture à l'autre et affiche en clair celle qui est active : aucune interprétation ne reste implicite.</a:t>
            </a:r>
            <a:endParaRPr lang="en-US" sz="1200" dirty="0"/>
          </a:p>
        </p:txBody>
      </p:sp>
      <p:sp>
        <p:nvSpPr>
          <p:cNvPr id="900" name="Numero de page"/>
          <p:cNvSpPr>
            <a:spLocks noGrp="1"/>
          </p:cNvSpPr>
          <p:nvPr>
            <p:ph type="sldNum" sz="quarter" idx="4294967295"/>
          </p:nvPr>
        </p:nvSpPr>
        <p:spPr>
          <a:xfrm>
            <a:off x="11150600" y="6426200"/>
            <a:ext cx="698500" cy="254000"/>
          </a:xfrm>
          <a:prstGeom prst="rect">
            <a:avLst/>
          </a:prstGeom>
        </p:spPr>
        <p:txBody>
          <a:bodyPr lIns="0" tIns="0" rIns="0" bIns="0" anchor="ctr"/>
          <a:lstStyle/>
          <a:p>
            <a:pPr algn="r"/>
            <a:fld id="{B0B6CDAB-B3A1-4A75-B0FC-CB84FD6CE9EA}" type="slidenum">
              <a:rPr lang="fr-FR" sz="900" b="0">
                <a:solidFill>
                  <a:srgbClr val="4A5568"/>
                </a:solidFill>
                <a:latin typeface="Lato"/>
              </a:rPr>
              <a:t>44</a:t>
            </a:fld>
            <a:endParaRPr lang="fr-FR">
              <a:solidFill>
                <a:srgbClr val="4A5568"/>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txBox="1"/>
          <p:nvPr/>
        </p:nvSpPr>
        <p:spPr>
          <a:xfrm>
            <a:off x="658368" y="146304"/>
            <a:ext cx="10874959" cy="256032"/>
          </a:xfrm>
          <a:prstGeom prst="rect">
            <a:avLst/>
          </a:prstGeom>
          <a:noFill/>
          <a:ln/>
        </p:spPr>
        <p:txBody>
          <a:bodyPr wrap="square" lIns="0" tIns="0" rIns="0" bIns="0" rtlCol="0" anchor="ctr"/>
          <a:lstStyle/>
          <a:p>
            <a:pPr marL="0" indent="0">
              <a:buNone/>
            </a:pPr>
            <a:r>
              <a:rPr lang="en-US" sz="1100" b="1" kern="0" spc="220" dirty="0">
                <a:solidFill>
                  <a:srgbClr val="C5A55A"/>
                </a:solidFill>
                <a:latin typeface="Lato" pitchFamily="34" charset="0"/>
                <a:ea typeface="Lato" pitchFamily="34" charset="-122"/>
                <a:cs typeface="Lato" pitchFamily="34" charset="-120"/>
              </a:rPr>
              <a:t>PERSPECTIVES</a:t>
            </a:r>
            <a:endParaRPr lang="en-US" sz="1100" dirty="0"/>
          </a:p>
        </p:txBody>
      </p:sp>
      <p:sp>
        <p:nvSpPr>
          <p:cNvPr id="3" name="Text 1"/>
          <p:cNvSpPr txBox="1"/>
          <p:nvPr/>
        </p:nvSpPr>
        <p:spPr>
          <a:xfrm>
            <a:off x="658368" y="420624"/>
            <a:ext cx="10874959" cy="658368"/>
          </a:xfrm>
          <a:prstGeom prst="rect">
            <a:avLst/>
          </a:prstGeom>
          <a:noFill/>
          <a:ln/>
        </p:spPr>
        <p:txBody>
          <a:bodyPr wrap="square" lIns="0" tIns="0" rIns="0" bIns="0" rtlCol="0" anchor="t"/>
          <a:lstStyle/>
          <a:p>
            <a:pPr marL="0" indent="0">
              <a:buNone/>
            </a:pPr>
            <a:r>
              <a:rPr lang="en-US" sz="3000" b="1" dirty="0">
                <a:solidFill>
                  <a:srgbClr val="1B2A4A"/>
                </a:solidFill>
                <a:latin typeface="Lato" pitchFamily="34" charset="0"/>
                <a:ea typeface="Lato" pitchFamily="34" charset="-122"/>
                <a:cs typeface="Lato" pitchFamily="34" charset="-120"/>
              </a:rPr>
              <a:t>Un ordre de priorité pour la suite du programme</a:t>
            </a:r>
            <a:endParaRPr lang="en-US" sz="3000" dirty="0"/>
          </a:p>
        </p:txBody>
      </p:sp>
      <p:sp>
        <p:nvSpPr>
          <p:cNvPr id="4" name="Shape 2"/>
          <p:cNvSpPr/>
          <p:nvPr/>
        </p:nvSpPr>
        <p:spPr>
          <a:xfrm>
            <a:off x="658368" y="1481328"/>
            <a:ext cx="3401568" cy="2377440"/>
          </a:xfrm>
          <a:prstGeom prst="rect">
            <a:avLst/>
          </a:prstGeom>
          <a:solidFill>
            <a:srgbClr val="1B2A4A"/>
          </a:solidFill>
          <a:ln/>
        </p:spPr>
        <p:txBody>
          <a:bodyPr/>
          <a:lstStyle/>
          <a:p>
            <a:endParaRPr lang="fr-FR"/>
          </a:p>
        </p:txBody>
      </p:sp>
      <p:sp>
        <p:nvSpPr>
          <p:cNvPr id="5" name="Text 3"/>
          <p:cNvSpPr txBox="1"/>
          <p:nvPr/>
        </p:nvSpPr>
        <p:spPr>
          <a:xfrm>
            <a:off x="932688" y="1700784"/>
            <a:ext cx="731520" cy="566928"/>
          </a:xfrm>
          <a:prstGeom prst="rect">
            <a:avLst/>
          </a:prstGeom>
          <a:noFill/>
          <a:ln/>
        </p:spPr>
        <p:txBody>
          <a:bodyPr wrap="square" lIns="0" tIns="0" rIns="0" bIns="0" rtlCol="0" anchor="ctr"/>
          <a:lstStyle/>
          <a:p>
            <a:pPr marL="0" indent="0">
              <a:buNone/>
            </a:pPr>
            <a:r>
              <a:rPr lang="en-US" sz="3800" b="1" dirty="0">
                <a:solidFill>
                  <a:srgbClr val="C5A55A"/>
                </a:solidFill>
                <a:latin typeface="Lato" pitchFamily="34" charset="0"/>
                <a:ea typeface="Lato" pitchFamily="34" charset="-122"/>
                <a:cs typeface="Lato" pitchFamily="34" charset="-120"/>
              </a:rPr>
              <a:t>1</a:t>
            </a:r>
            <a:endParaRPr lang="en-US" sz="3800" dirty="0"/>
          </a:p>
        </p:txBody>
      </p:sp>
      <p:sp>
        <p:nvSpPr>
          <p:cNvPr id="6" name="Text 4"/>
          <p:cNvSpPr txBox="1"/>
          <p:nvPr/>
        </p:nvSpPr>
        <p:spPr>
          <a:xfrm>
            <a:off x="932688" y="2322576"/>
            <a:ext cx="2852928" cy="329184"/>
          </a:xfrm>
          <a:prstGeom prst="rect">
            <a:avLst/>
          </a:prstGeom>
          <a:noFill/>
          <a:ln/>
        </p:spPr>
        <p:txBody>
          <a:bodyPr wrap="square" lIns="0" tIns="0" rIns="0" bIns="0" rtlCol="0" anchor="ctr"/>
          <a:lstStyle/>
          <a:p>
            <a:pPr marL="0" indent="0">
              <a:buNone/>
            </a:pPr>
            <a:r>
              <a:rPr lang="en-US" sz="1900" b="1" dirty="0">
                <a:solidFill>
                  <a:srgbClr val="FFFFFF"/>
                </a:solidFill>
                <a:latin typeface="Lato" pitchFamily="34" charset="0"/>
                <a:ea typeface="Lato" pitchFamily="34" charset="-122"/>
                <a:cs typeface="Lato" pitchFamily="34" charset="-120"/>
              </a:rPr>
              <a:t>La donnée</a:t>
            </a:r>
            <a:endParaRPr lang="en-US" sz="1900" dirty="0"/>
          </a:p>
        </p:txBody>
      </p:sp>
      <p:sp>
        <p:nvSpPr>
          <p:cNvPr id="7" name="Text 5"/>
          <p:cNvSpPr txBox="1"/>
          <p:nvPr/>
        </p:nvSpPr>
        <p:spPr>
          <a:xfrm>
            <a:off x="932688" y="2724912"/>
            <a:ext cx="2852928" cy="969264"/>
          </a:xfrm>
          <a:prstGeom prst="rect">
            <a:avLst/>
          </a:prstGeom>
          <a:noFill/>
          <a:ln/>
        </p:spPr>
        <p:txBody>
          <a:bodyPr wrap="square" lIns="0" tIns="0" rIns="0" bIns="0" rtlCol="0" anchor="ctr"/>
          <a:lstStyle/>
          <a:p>
            <a:pPr marL="0" indent="0">
              <a:lnSpc>
                <a:spcPct val="118000"/>
              </a:lnSpc>
              <a:buNone/>
            </a:pPr>
            <a:r>
              <a:rPr lang="fr-FR" sz="1200" noProof="0" dirty="0">
                <a:solidFill>
                  <a:srgbClr val="D5DAE4"/>
                </a:solidFill>
                <a:latin typeface="Lato" pitchFamily="34" charset="0"/>
                <a:ea typeface="Lato" pitchFamily="34" charset="-122"/>
                <a:cs typeface="Lato" pitchFamily="34" charset="-120"/>
              </a:rPr>
              <a:t>La reprendre et en augmenter la qualité. Un projet de datalake est lancé pour centraliser les API.</a:t>
            </a:r>
            <a:endParaRPr lang="fr-FR" sz="1200" noProof="0" dirty="0"/>
          </a:p>
        </p:txBody>
      </p:sp>
      <p:sp>
        <p:nvSpPr>
          <p:cNvPr id="8" name="Text 6"/>
          <p:cNvSpPr txBox="1"/>
          <p:nvPr/>
        </p:nvSpPr>
        <p:spPr>
          <a:xfrm>
            <a:off x="4059936" y="2487168"/>
            <a:ext cx="310896" cy="310896"/>
          </a:xfrm>
          <a:prstGeom prst="rect">
            <a:avLst/>
          </a:prstGeom>
          <a:noFill/>
          <a:ln/>
        </p:spPr>
        <p:txBody>
          <a:bodyPr wrap="square" lIns="0" tIns="0" rIns="0" bIns="0" rtlCol="0" anchor="ctr"/>
          <a:lstStyle/>
          <a:p>
            <a:pPr marL="0" indent="0" algn="ctr">
              <a:buNone/>
            </a:pPr>
            <a:r>
              <a:rPr lang="en-US" sz="2200" b="1" dirty="0">
                <a:solidFill>
                  <a:srgbClr val="C5A55A"/>
                </a:solidFill>
                <a:latin typeface="Lato" pitchFamily="34" charset="0"/>
                <a:ea typeface="Lato" pitchFamily="34" charset="-122"/>
                <a:cs typeface="Lato" pitchFamily="34" charset="-120"/>
              </a:rPr>
              <a:t>›</a:t>
            </a:r>
            <a:endParaRPr lang="en-US" sz="2200" dirty="0"/>
          </a:p>
        </p:txBody>
      </p:sp>
      <p:sp>
        <p:nvSpPr>
          <p:cNvPr id="9" name="Shape 7"/>
          <p:cNvSpPr/>
          <p:nvPr/>
        </p:nvSpPr>
        <p:spPr>
          <a:xfrm>
            <a:off x="4361688" y="1481328"/>
            <a:ext cx="3401568" cy="2377440"/>
          </a:xfrm>
          <a:prstGeom prst="rect">
            <a:avLst/>
          </a:prstGeom>
          <a:solidFill>
            <a:srgbClr val="F2F4F8"/>
          </a:solidFill>
          <a:ln/>
        </p:spPr>
        <p:txBody>
          <a:bodyPr/>
          <a:lstStyle/>
          <a:p>
            <a:endParaRPr lang="fr-FR"/>
          </a:p>
        </p:txBody>
      </p:sp>
      <p:sp>
        <p:nvSpPr>
          <p:cNvPr id="10" name="Text 8"/>
          <p:cNvSpPr txBox="1"/>
          <p:nvPr/>
        </p:nvSpPr>
        <p:spPr>
          <a:xfrm>
            <a:off x="4636008" y="1700784"/>
            <a:ext cx="731520" cy="566928"/>
          </a:xfrm>
          <a:prstGeom prst="rect">
            <a:avLst/>
          </a:prstGeom>
          <a:noFill/>
          <a:ln/>
        </p:spPr>
        <p:txBody>
          <a:bodyPr wrap="square" lIns="0" tIns="0" rIns="0" bIns="0" rtlCol="0" anchor="ctr"/>
          <a:lstStyle/>
          <a:p>
            <a:pPr marL="0" indent="0">
              <a:buNone/>
            </a:pPr>
            <a:r>
              <a:rPr lang="en-US" sz="3800" b="1" dirty="0">
                <a:solidFill>
                  <a:srgbClr val="E6EAF1"/>
                </a:solidFill>
                <a:latin typeface="Lato" pitchFamily="34" charset="0"/>
                <a:ea typeface="Lato" pitchFamily="34" charset="-122"/>
                <a:cs typeface="Lato" pitchFamily="34" charset="-120"/>
              </a:rPr>
              <a:t>2</a:t>
            </a:r>
            <a:endParaRPr lang="en-US" sz="3800" dirty="0"/>
          </a:p>
        </p:txBody>
      </p:sp>
      <p:sp>
        <p:nvSpPr>
          <p:cNvPr id="11" name="Text 9"/>
          <p:cNvSpPr txBox="1"/>
          <p:nvPr/>
        </p:nvSpPr>
        <p:spPr>
          <a:xfrm>
            <a:off x="4636008" y="2322576"/>
            <a:ext cx="2852928" cy="329184"/>
          </a:xfrm>
          <a:prstGeom prst="rect">
            <a:avLst/>
          </a:prstGeom>
          <a:noFill/>
          <a:ln/>
        </p:spPr>
        <p:txBody>
          <a:bodyPr wrap="square" lIns="0" tIns="0" rIns="0" bIns="0" rtlCol="0" anchor="ctr"/>
          <a:lstStyle/>
          <a:p>
            <a:pPr marL="0" indent="0">
              <a:buNone/>
            </a:pPr>
            <a:r>
              <a:rPr lang="en-US" sz="1900" b="1" dirty="0">
                <a:solidFill>
                  <a:srgbClr val="1B2A4A"/>
                </a:solidFill>
                <a:latin typeface="Lato" pitchFamily="34" charset="0"/>
                <a:ea typeface="Lato" pitchFamily="34" charset="-122"/>
                <a:cs typeface="Lato" pitchFamily="34" charset="-120"/>
              </a:rPr>
              <a:t>Le périmètre</a:t>
            </a:r>
            <a:endParaRPr lang="en-US" sz="1900" dirty="0"/>
          </a:p>
        </p:txBody>
      </p:sp>
      <p:sp>
        <p:nvSpPr>
          <p:cNvPr id="12" name="Text 10"/>
          <p:cNvSpPr txBox="1"/>
          <p:nvPr/>
        </p:nvSpPr>
        <p:spPr>
          <a:xfrm>
            <a:off x="4636008" y="2724912"/>
            <a:ext cx="2852928" cy="969264"/>
          </a:xfrm>
          <a:prstGeom prst="rect">
            <a:avLst/>
          </a:prstGeom>
          <a:noFill/>
          <a:ln/>
        </p:spPr>
        <p:txBody>
          <a:bodyPr wrap="square" lIns="0" tIns="0" rIns="0" bIns="0" rtlCol="0" anchor="ctr"/>
          <a:lstStyle/>
          <a:p>
            <a:pPr marL="0" indent="0">
              <a:lnSpc>
                <a:spcPct val="118000"/>
              </a:lnSpc>
              <a:buNone/>
            </a:pPr>
            <a:r>
              <a:rPr lang="fr-FR" sz="1200" noProof="0" dirty="0">
                <a:solidFill>
                  <a:srgbClr val="232A3A"/>
                </a:solidFill>
                <a:latin typeface="Lato" pitchFamily="34" charset="0"/>
                <a:ea typeface="Lato" pitchFamily="34" charset="-122"/>
                <a:cs typeface="Lato" pitchFamily="34" charset="-120"/>
              </a:rPr>
              <a:t>L’étendre au reste du parc, et à un premier client du secteur de la production énergétique.</a:t>
            </a:r>
            <a:endParaRPr lang="fr-FR" sz="1200" noProof="0" dirty="0"/>
          </a:p>
        </p:txBody>
      </p:sp>
      <p:sp>
        <p:nvSpPr>
          <p:cNvPr id="13" name="Text 11"/>
          <p:cNvSpPr txBox="1"/>
          <p:nvPr/>
        </p:nvSpPr>
        <p:spPr>
          <a:xfrm>
            <a:off x="7763256" y="2487168"/>
            <a:ext cx="310896" cy="310896"/>
          </a:xfrm>
          <a:prstGeom prst="rect">
            <a:avLst/>
          </a:prstGeom>
          <a:noFill/>
          <a:ln/>
        </p:spPr>
        <p:txBody>
          <a:bodyPr wrap="square" lIns="0" tIns="0" rIns="0" bIns="0" rtlCol="0" anchor="ctr"/>
          <a:lstStyle/>
          <a:p>
            <a:pPr marL="0" indent="0" algn="ctr">
              <a:buNone/>
            </a:pPr>
            <a:r>
              <a:rPr lang="en-US" sz="2200" b="1" dirty="0">
                <a:solidFill>
                  <a:srgbClr val="C5A55A"/>
                </a:solidFill>
                <a:latin typeface="Lato" pitchFamily="34" charset="0"/>
                <a:ea typeface="Lato" pitchFamily="34" charset="-122"/>
                <a:cs typeface="Lato" pitchFamily="34" charset="-120"/>
              </a:rPr>
              <a:t>›</a:t>
            </a:r>
            <a:endParaRPr lang="en-US" sz="2200" dirty="0"/>
          </a:p>
        </p:txBody>
      </p:sp>
      <p:sp>
        <p:nvSpPr>
          <p:cNvPr id="14" name="Shape 12"/>
          <p:cNvSpPr/>
          <p:nvPr/>
        </p:nvSpPr>
        <p:spPr>
          <a:xfrm>
            <a:off x="8065008" y="1481328"/>
            <a:ext cx="3401568" cy="2377440"/>
          </a:xfrm>
          <a:prstGeom prst="rect">
            <a:avLst/>
          </a:prstGeom>
          <a:solidFill>
            <a:srgbClr val="F2F4F8"/>
          </a:solidFill>
          <a:ln/>
        </p:spPr>
        <p:txBody>
          <a:bodyPr/>
          <a:lstStyle/>
          <a:p>
            <a:endParaRPr lang="fr-FR"/>
          </a:p>
        </p:txBody>
      </p:sp>
      <p:sp>
        <p:nvSpPr>
          <p:cNvPr id="15" name="Text 13"/>
          <p:cNvSpPr txBox="1"/>
          <p:nvPr/>
        </p:nvSpPr>
        <p:spPr>
          <a:xfrm>
            <a:off x="8339328" y="1700784"/>
            <a:ext cx="731520" cy="566928"/>
          </a:xfrm>
          <a:prstGeom prst="rect">
            <a:avLst/>
          </a:prstGeom>
          <a:noFill/>
          <a:ln/>
        </p:spPr>
        <p:txBody>
          <a:bodyPr wrap="square" lIns="0" tIns="0" rIns="0" bIns="0" rtlCol="0" anchor="ctr"/>
          <a:lstStyle/>
          <a:p>
            <a:pPr marL="0" indent="0">
              <a:buNone/>
            </a:pPr>
            <a:r>
              <a:rPr lang="en-US" sz="3800" b="1" dirty="0">
                <a:solidFill>
                  <a:srgbClr val="E6EAF1"/>
                </a:solidFill>
                <a:latin typeface="Lato" pitchFamily="34" charset="0"/>
                <a:ea typeface="Lato" pitchFamily="34" charset="-122"/>
                <a:cs typeface="Lato" pitchFamily="34" charset="-120"/>
              </a:rPr>
              <a:t>3</a:t>
            </a:r>
            <a:endParaRPr lang="en-US" sz="3800" dirty="0"/>
          </a:p>
        </p:txBody>
      </p:sp>
      <p:sp>
        <p:nvSpPr>
          <p:cNvPr id="16" name="Text 14"/>
          <p:cNvSpPr txBox="1"/>
          <p:nvPr/>
        </p:nvSpPr>
        <p:spPr>
          <a:xfrm>
            <a:off x="8339328" y="2322576"/>
            <a:ext cx="2852928" cy="329184"/>
          </a:xfrm>
          <a:prstGeom prst="rect">
            <a:avLst/>
          </a:prstGeom>
          <a:noFill/>
          <a:ln/>
        </p:spPr>
        <p:txBody>
          <a:bodyPr wrap="square" lIns="0" tIns="0" rIns="0" bIns="0" rtlCol="0" anchor="ctr"/>
          <a:lstStyle/>
          <a:p>
            <a:pPr marL="0" indent="0">
              <a:buNone/>
            </a:pPr>
            <a:r>
              <a:rPr lang="en-US" sz="1900" b="1" dirty="0">
                <a:solidFill>
                  <a:srgbClr val="1B2A4A"/>
                </a:solidFill>
                <a:latin typeface="Lato" pitchFamily="34" charset="0"/>
                <a:ea typeface="Lato" pitchFamily="34" charset="-122"/>
                <a:cs typeface="Lato" pitchFamily="34" charset="-120"/>
              </a:rPr>
              <a:t>La cartographie</a:t>
            </a:r>
            <a:endParaRPr lang="en-US" sz="1900" dirty="0"/>
          </a:p>
        </p:txBody>
      </p:sp>
      <p:sp>
        <p:nvSpPr>
          <p:cNvPr id="17" name="Text 15"/>
          <p:cNvSpPr txBox="1"/>
          <p:nvPr/>
        </p:nvSpPr>
        <p:spPr>
          <a:xfrm>
            <a:off x="8339328" y="2724912"/>
            <a:ext cx="2852928" cy="969264"/>
          </a:xfrm>
          <a:prstGeom prst="rect">
            <a:avLst/>
          </a:prstGeom>
          <a:noFill/>
          <a:ln/>
        </p:spPr>
        <p:txBody>
          <a:bodyPr wrap="square" lIns="0" tIns="0" rIns="0" bIns="0" rtlCol="0" anchor="ctr"/>
          <a:lstStyle/>
          <a:p>
            <a:pPr marL="0" indent="0">
              <a:lnSpc>
                <a:spcPct val="118000"/>
              </a:lnSpc>
              <a:buNone/>
            </a:pPr>
            <a:r>
              <a:rPr lang="en-US" sz="1200" dirty="0">
                <a:solidFill>
                  <a:srgbClr val="232A3A"/>
                </a:solidFill>
                <a:latin typeface="Lato" pitchFamily="34" charset="0"/>
                <a:ea typeface="Lato" pitchFamily="34" charset="-122"/>
                <a:cs typeface="Lato" pitchFamily="34" charset="-120"/>
              </a:rPr>
              <a:t>Faire évoluer les scénarios de risque au rythme des </a:t>
            </a:r>
            <a:r>
              <a:rPr lang="en-US" sz="1200" dirty="0" err="1">
                <a:solidFill>
                  <a:srgbClr val="232A3A"/>
                </a:solidFill>
                <a:latin typeface="Lato" pitchFamily="34" charset="0"/>
                <a:ea typeface="Lato" pitchFamily="34" charset="-122"/>
                <a:cs typeface="Lato" pitchFamily="34" charset="-120"/>
              </a:rPr>
              <a:t>vulnérabilités</a:t>
            </a:r>
            <a:r>
              <a:rPr lang="en-US" sz="1200" dirty="0">
                <a:solidFill>
                  <a:srgbClr val="232A3A"/>
                </a:solidFill>
                <a:latin typeface="Lato" pitchFamily="34" charset="0"/>
                <a:ea typeface="Lato" pitchFamily="34" charset="-122"/>
                <a:cs typeface="Lato" pitchFamily="34" charset="-120"/>
              </a:rPr>
              <a:t> </a:t>
            </a:r>
            <a:r>
              <a:rPr lang="en-US" sz="1200" dirty="0" err="1">
                <a:solidFill>
                  <a:srgbClr val="232A3A"/>
                </a:solidFill>
                <a:latin typeface="Lato" pitchFamily="34" charset="0"/>
                <a:ea typeface="Lato" pitchFamily="34" charset="-122"/>
                <a:cs typeface="Lato" pitchFamily="34" charset="-120"/>
              </a:rPr>
              <a:t>constatées</a:t>
            </a:r>
            <a:r>
              <a:rPr lang="en-US" sz="1200" dirty="0">
                <a:solidFill>
                  <a:srgbClr val="232A3A"/>
                </a:solidFill>
                <a:latin typeface="Lato" pitchFamily="34" charset="0"/>
                <a:ea typeface="Lato" pitchFamily="34" charset="-122"/>
                <a:cs typeface="Lato" pitchFamily="34" charset="-120"/>
              </a:rPr>
              <a:t>.</a:t>
            </a:r>
            <a:endParaRPr lang="en-US" sz="1200" dirty="0"/>
          </a:p>
        </p:txBody>
      </p:sp>
      <p:sp>
        <p:nvSpPr>
          <p:cNvPr id="18" name="Shape 16"/>
          <p:cNvSpPr/>
          <p:nvPr/>
        </p:nvSpPr>
        <p:spPr>
          <a:xfrm>
            <a:off x="658368" y="4187952"/>
            <a:ext cx="10874959" cy="1335024"/>
          </a:xfrm>
          <a:prstGeom prst="rect">
            <a:avLst/>
          </a:prstGeom>
          <a:solidFill>
            <a:srgbClr val="F2F4F8"/>
          </a:solidFill>
          <a:ln/>
        </p:spPr>
        <p:txBody>
          <a:bodyPr/>
          <a:lstStyle/>
          <a:p>
            <a:endParaRPr lang="fr-FR"/>
          </a:p>
        </p:txBody>
      </p:sp>
      <p:sp>
        <p:nvSpPr>
          <p:cNvPr id="19" name="Text 17"/>
          <p:cNvSpPr txBox="1"/>
          <p:nvPr/>
        </p:nvSpPr>
        <p:spPr>
          <a:xfrm>
            <a:off x="969264" y="4352544"/>
            <a:ext cx="10241280" cy="512064"/>
          </a:xfrm>
          <a:prstGeom prst="rect">
            <a:avLst/>
          </a:prstGeom>
          <a:noFill/>
          <a:ln/>
        </p:spPr>
        <p:txBody>
          <a:bodyPr wrap="square" lIns="0" tIns="0" rIns="0" bIns="0" rtlCol="0" anchor="ctr"/>
          <a:lstStyle/>
          <a:p>
            <a:pPr marL="0" indent="0">
              <a:lnSpc>
                <a:spcPct val="116000"/>
              </a:lnSpc>
              <a:buNone/>
            </a:pPr>
            <a:r>
              <a:rPr lang="en-US" sz="1450" dirty="0">
                <a:solidFill>
                  <a:srgbClr val="232A3A"/>
                </a:solidFill>
                <a:latin typeface="Lato" pitchFamily="34" charset="0"/>
                <a:ea typeface="Lato" pitchFamily="34" charset="-122"/>
                <a:cs typeface="Lato" pitchFamily="34" charset="-120"/>
              </a:rPr>
              <a:t>La perspective écrite en 2024 — faire évoluer la cartographie des risques en continu, avec des algorithmes capables de suivre les vulnérabilités critiques — disposait d'un cadrage sans réalisation.</a:t>
            </a:r>
            <a:endParaRPr lang="en-US" sz="1450" dirty="0"/>
          </a:p>
        </p:txBody>
      </p:sp>
      <p:sp>
        <p:nvSpPr>
          <p:cNvPr id="20" name="Text 18"/>
          <p:cNvSpPr txBox="1"/>
          <p:nvPr/>
        </p:nvSpPr>
        <p:spPr>
          <a:xfrm>
            <a:off x="969264" y="4901184"/>
            <a:ext cx="10241280" cy="457200"/>
          </a:xfrm>
          <a:prstGeom prst="rect">
            <a:avLst/>
          </a:prstGeom>
          <a:noFill/>
          <a:ln/>
        </p:spPr>
        <p:txBody>
          <a:bodyPr wrap="square" lIns="0" tIns="0" rIns="0" bIns="0" rtlCol="0" anchor="ctr"/>
          <a:lstStyle/>
          <a:p>
            <a:pPr marL="0" indent="0">
              <a:lnSpc>
                <a:spcPct val="114000"/>
              </a:lnSpc>
              <a:buNone/>
            </a:pPr>
            <a:r>
              <a:rPr lang="en-US" sz="1550" b="1" dirty="0">
                <a:solidFill>
                  <a:srgbClr val="1B2A4A"/>
                </a:solidFill>
                <a:latin typeface="Lato" pitchFamily="34" charset="0"/>
                <a:ea typeface="Lato" pitchFamily="34" charset="-122"/>
                <a:cs typeface="Lato" pitchFamily="34" charset="-120"/>
              </a:rPr>
              <a:t>Ce mémoire en documente la première mise en œuvre. La suite : un maintien en condition opérationnelle automatisé, en interne puis chez les clients.</a:t>
            </a:r>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564E879F-684E-475D-890C-B7DFE91546DB}" type="slidenum">
              <a:rPr lang="fr-FR" sz="900" b="0">
                <a:solidFill>
                  <a:srgbClr val="4A5568"/>
                </a:solidFill>
                <a:latin typeface="Lato"/>
              </a:rPr>
              <a:t>52</a:t>
            </a:fld>
            <a:endParaRPr lang="fr-FR">
              <a:solidFill>
                <a:srgbClr val="4A5568"/>
              </a:solidFil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58368" y="420624"/>
            <a:ext cx="10874959" cy="658368"/>
          </a:xfrm>
          <a:prstGeom prst="rect">
            <a:avLst/>
          </a:prstGeom>
          <a:noFill/>
          <a:ln/>
        </p:spPr>
        <p:txBody>
          <a:bodyPr wrap="square" lIns="0" tIns="0" rIns="0" bIns="0" rtlCol="0" anchor="t"/>
          <a:lstStyle/>
          <a:p>
            <a:pPr marL="0" indent="0">
              <a:buNone/>
            </a:pPr>
            <a:r>
              <a:rPr lang="en-US" sz="3000" b="1" dirty="0">
                <a:solidFill>
                  <a:srgbClr val="1B2A4A"/>
                </a:solidFill>
                <a:latin typeface="Lato" pitchFamily="34" charset="0"/>
                <a:ea typeface="Lato" pitchFamily="34" charset="-122"/>
                <a:cs typeface="Lato" pitchFamily="34" charset="-120"/>
              </a:rPr>
              <a:t>EBIOS RM</a:t>
            </a:r>
            <a:endParaRPr lang="en-US" sz="3000" dirty="0"/>
          </a:p>
        </p:txBody>
      </p:sp>
      <p:sp>
        <p:nvSpPr>
          <p:cNvPr id="3" name="Shape 1"/>
          <p:cNvSpPr/>
          <p:nvPr/>
        </p:nvSpPr>
        <p:spPr>
          <a:xfrm>
            <a:off x="1234440" y="1444752"/>
            <a:ext cx="2962656" cy="1572768"/>
          </a:xfrm>
          <a:prstGeom prst="roundRect">
            <a:avLst>
              <a:gd name="adj" fmla="val 3488"/>
            </a:avLst>
          </a:prstGeom>
          <a:solidFill>
            <a:schemeClr val="bg1">
              <a:lumMod val="85000"/>
            </a:schemeClr>
          </a:solidFill>
          <a:ln/>
        </p:spPr>
        <p:txBody>
          <a:bodyPr/>
          <a:lstStyle/>
          <a:p>
            <a:endParaRPr lang="fr-FR"/>
          </a:p>
        </p:txBody>
      </p:sp>
      <p:sp>
        <p:nvSpPr>
          <p:cNvPr id="4" name="Text 2"/>
          <p:cNvSpPr txBox="1"/>
          <p:nvPr/>
        </p:nvSpPr>
        <p:spPr>
          <a:xfrm>
            <a:off x="1490472" y="1609344"/>
            <a:ext cx="2468880" cy="329184"/>
          </a:xfrm>
          <a:prstGeom prst="rect">
            <a:avLst/>
          </a:prstGeom>
          <a:noFill/>
          <a:ln/>
        </p:spPr>
        <p:txBody>
          <a:bodyPr wrap="square" lIns="0" tIns="0" rIns="0" bIns="0" rtlCol="0" anchor="ctr"/>
          <a:lstStyle/>
          <a:p>
            <a:pPr marL="0" indent="0">
              <a:buNone/>
            </a:pPr>
            <a:r>
              <a:rPr lang="en-US" sz="1800" b="1" dirty="0">
                <a:solidFill>
                  <a:srgbClr val="1B2A4A"/>
                </a:solidFill>
                <a:latin typeface="Lato" pitchFamily="34" charset="0"/>
                <a:ea typeface="Lato" pitchFamily="34" charset="-122"/>
                <a:cs typeface="Lato" pitchFamily="34" charset="-120"/>
              </a:rPr>
              <a:t>La méthode</a:t>
            </a:r>
          </a:p>
        </p:txBody>
      </p:sp>
      <p:sp>
        <p:nvSpPr>
          <p:cNvPr id="5" name="Text 3"/>
          <p:cNvSpPr txBox="1"/>
          <p:nvPr/>
        </p:nvSpPr>
        <p:spPr>
          <a:xfrm>
            <a:off x="1490472" y="1938528"/>
            <a:ext cx="2468880" cy="237744"/>
          </a:xfrm>
          <a:prstGeom prst="rect">
            <a:avLst/>
          </a:prstGeom>
          <a:noFill/>
          <a:ln/>
        </p:spPr>
        <p:txBody>
          <a:bodyPr wrap="square" lIns="0" tIns="0" rIns="0" bIns="0" rtlCol="0" anchor="ctr"/>
          <a:lstStyle/>
          <a:p>
            <a:pPr marL="0" indent="0">
              <a:buNone/>
            </a:pPr>
            <a:r>
              <a:rPr lang="en-US" sz="1000" b="1" kern="0" spc="160" dirty="0">
                <a:solidFill>
                  <a:srgbClr val="C5A55A"/>
                </a:solidFill>
                <a:latin typeface="Lato" pitchFamily="34" charset="0"/>
                <a:ea typeface="Lato" pitchFamily="34" charset="-122"/>
                <a:cs typeface="Lato" pitchFamily="34" charset="-120"/>
              </a:rPr>
              <a:t>CE QUE C'EST</a:t>
            </a:r>
          </a:p>
        </p:txBody>
      </p:sp>
      <p:sp>
        <p:nvSpPr>
          <p:cNvPr id="6" name="Text 4"/>
          <p:cNvSpPr txBox="1"/>
          <p:nvPr/>
        </p:nvSpPr>
        <p:spPr>
          <a:xfrm>
            <a:off x="1490472" y="2231136"/>
            <a:ext cx="2468880" cy="731520"/>
          </a:xfrm>
          <a:prstGeom prst="rect">
            <a:avLst/>
          </a:prstGeom>
          <a:noFill/>
          <a:ln/>
        </p:spPr>
        <p:txBody>
          <a:bodyPr wrap="square" lIns="0" tIns="0" rIns="0" bIns="0" rtlCol="0" anchor="t"/>
          <a:lstStyle/>
          <a:p>
            <a:pPr marL="0" indent="0" algn="l">
              <a:lnSpc>
                <a:spcPct val="118000"/>
              </a:lnSpc>
              <a:buNone/>
            </a:pPr>
            <a:r>
              <a:rPr lang="en-US" sz="1150" dirty="0">
                <a:solidFill>
                  <a:srgbClr val="232A3A"/>
                </a:solidFill>
                <a:latin typeface="Lato" pitchFamily="34" charset="0"/>
                <a:ea typeface="Lato" pitchFamily="34" charset="-122"/>
                <a:cs typeface="Lato" pitchFamily="34" charset="-120"/>
              </a:rPr>
              <a:t>Une méthode d'analyse de risque par scénarios, qui relie les sources de risque aux valeurs métier de l'entreprise.</a:t>
            </a:r>
            <a:endParaRPr lang="en-US" sz="1150" dirty="0"/>
          </a:p>
        </p:txBody>
      </p:sp>
      <p:sp>
        <p:nvSpPr>
          <p:cNvPr id="7" name="Shape 5"/>
          <p:cNvSpPr/>
          <p:nvPr/>
        </p:nvSpPr>
        <p:spPr>
          <a:xfrm>
            <a:off x="4590288" y="1444752"/>
            <a:ext cx="2962656" cy="1572768"/>
          </a:xfrm>
          <a:prstGeom prst="roundRect">
            <a:avLst>
              <a:gd name="adj" fmla="val 3488"/>
            </a:avLst>
          </a:prstGeom>
          <a:solidFill>
            <a:schemeClr val="bg1">
              <a:lumMod val="85000"/>
            </a:schemeClr>
          </a:solidFill>
          <a:ln/>
        </p:spPr>
        <p:txBody>
          <a:bodyPr/>
          <a:lstStyle/>
          <a:p>
            <a:endParaRPr lang="fr-FR"/>
          </a:p>
        </p:txBody>
      </p:sp>
      <p:sp>
        <p:nvSpPr>
          <p:cNvPr id="8" name="Text 6"/>
          <p:cNvSpPr txBox="1"/>
          <p:nvPr/>
        </p:nvSpPr>
        <p:spPr>
          <a:xfrm>
            <a:off x="4846320" y="1609344"/>
            <a:ext cx="2468880" cy="329184"/>
          </a:xfrm>
          <a:prstGeom prst="rect">
            <a:avLst/>
          </a:prstGeom>
          <a:noFill/>
          <a:ln/>
        </p:spPr>
        <p:txBody>
          <a:bodyPr wrap="square" lIns="0" tIns="0" rIns="0" bIns="0" rtlCol="0" anchor="ctr"/>
          <a:lstStyle/>
          <a:p>
            <a:pPr marL="0" indent="0">
              <a:buNone/>
            </a:pPr>
            <a:r>
              <a:rPr lang="en-US" sz="1800" b="1" dirty="0">
                <a:solidFill>
                  <a:srgbClr val="1B2A4A"/>
                </a:solidFill>
                <a:latin typeface="Lato" pitchFamily="34" charset="0"/>
                <a:ea typeface="Lato" pitchFamily="34" charset="-122"/>
                <a:cs typeface="Lato" pitchFamily="34" charset="-120"/>
              </a:rPr>
              <a:t>L'autorité</a:t>
            </a:r>
          </a:p>
        </p:txBody>
      </p:sp>
      <p:sp>
        <p:nvSpPr>
          <p:cNvPr id="9" name="Text 7"/>
          <p:cNvSpPr txBox="1"/>
          <p:nvPr/>
        </p:nvSpPr>
        <p:spPr>
          <a:xfrm>
            <a:off x="4846320" y="1938528"/>
            <a:ext cx="2468880" cy="237744"/>
          </a:xfrm>
          <a:prstGeom prst="rect">
            <a:avLst/>
          </a:prstGeom>
          <a:noFill/>
          <a:ln/>
        </p:spPr>
        <p:txBody>
          <a:bodyPr wrap="square" lIns="0" tIns="0" rIns="0" bIns="0" rtlCol="0" anchor="ctr"/>
          <a:lstStyle/>
          <a:p>
            <a:pPr marL="0" indent="0">
              <a:buNone/>
            </a:pPr>
            <a:r>
              <a:rPr lang="en-US" sz="1000" b="1" kern="0" spc="160" dirty="0">
                <a:solidFill>
                  <a:srgbClr val="C5A55A"/>
                </a:solidFill>
                <a:latin typeface="Lato" pitchFamily="34" charset="0"/>
                <a:ea typeface="Lato" pitchFamily="34" charset="-122"/>
                <a:cs typeface="Lato" pitchFamily="34" charset="-120"/>
              </a:rPr>
              <a:t>POURQUOI CETTE MÉTHODE</a:t>
            </a:r>
          </a:p>
        </p:txBody>
      </p:sp>
      <p:sp>
        <p:nvSpPr>
          <p:cNvPr id="10" name="Text 8"/>
          <p:cNvSpPr txBox="1"/>
          <p:nvPr/>
        </p:nvSpPr>
        <p:spPr>
          <a:xfrm>
            <a:off x="4846320" y="2231136"/>
            <a:ext cx="2468880" cy="731520"/>
          </a:xfrm>
          <a:prstGeom prst="rect">
            <a:avLst/>
          </a:prstGeom>
          <a:noFill/>
          <a:ln/>
        </p:spPr>
        <p:txBody>
          <a:bodyPr wrap="square" lIns="0" tIns="0" rIns="0" bIns="0" rtlCol="0" anchor="t"/>
          <a:lstStyle/>
          <a:p>
            <a:pPr marL="0" indent="0" algn="l">
              <a:lnSpc>
                <a:spcPct val="118000"/>
              </a:lnSpc>
              <a:buNone/>
            </a:pPr>
            <a:r>
              <a:rPr lang="en-US" sz="1150" dirty="0">
                <a:solidFill>
                  <a:srgbClr val="232A3A"/>
                </a:solidFill>
                <a:latin typeface="Lato" pitchFamily="34" charset="0"/>
                <a:ea typeface="Lato" pitchFamily="34" charset="-122"/>
                <a:cs typeface="Lato" pitchFamily="34" charset="-120"/>
              </a:rPr>
              <a:t>Publiée par l'ANSSI, méthode de référence pour l'analyse de risque cyber en France, utilisée par le cabinet.</a:t>
            </a:r>
            <a:endParaRPr lang="en-US" sz="1150" dirty="0"/>
          </a:p>
        </p:txBody>
      </p:sp>
      <p:sp>
        <p:nvSpPr>
          <p:cNvPr id="11" name="Shape 9"/>
          <p:cNvSpPr/>
          <p:nvPr/>
        </p:nvSpPr>
        <p:spPr>
          <a:xfrm>
            <a:off x="7946136" y="1444752"/>
            <a:ext cx="2962656" cy="1572768"/>
          </a:xfrm>
          <a:prstGeom prst="roundRect">
            <a:avLst>
              <a:gd name="adj" fmla="val 3488"/>
            </a:avLst>
          </a:prstGeom>
          <a:solidFill>
            <a:schemeClr val="bg1">
              <a:lumMod val="85000"/>
            </a:schemeClr>
          </a:solidFill>
          <a:ln/>
        </p:spPr>
        <p:txBody>
          <a:bodyPr/>
          <a:lstStyle/>
          <a:p>
            <a:endParaRPr lang="fr-FR"/>
          </a:p>
        </p:txBody>
      </p:sp>
      <p:sp>
        <p:nvSpPr>
          <p:cNvPr id="12" name="Text 10"/>
          <p:cNvSpPr txBox="1"/>
          <p:nvPr/>
        </p:nvSpPr>
        <p:spPr>
          <a:xfrm>
            <a:off x="8202168" y="1609344"/>
            <a:ext cx="2468880" cy="329184"/>
          </a:xfrm>
          <a:prstGeom prst="rect">
            <a:avLst/>
          </a:prstGeom>
          <a:noFill/>
          <a:ln/>
        </p:spPr>
        <p:txBody>
          <a:bodyPr wrap="square" lIns="0" tIns="0" rIns="0" bIns="0" rtlCol="0" anchor="ctr"/>
          <a:lstStyle/>
          <a:p>
            <a:pPr marL="0" indent="0">
              <a:buNone/>
            </a:pPr>
            <a:r>
              <a:rPr lang="en-US" sz="1800" b="1" dirty="0">
                <a:solidFill>
                  <a:srgbClr val="1B2A4A"/>
                </a:solidFill>
                <a:latin typeface="Lato" pitchFamily="34" charset="0"/>
                <a:ea typeface="Lato" pitchFamily="34" charset="-122"/>
                <a:cs typeface="Lato" pitchFamily="34" charset="-120"/>
              </a:rPr>
              <a:t>Dans ce projet</a:t>
            </a:r>
          </a:p>
        </p:txBody>
      </p:sp>
      <p:sp>
        <p:nvSpPr>
          <p:cNvPr id="13" name="Text 11"/>
          <p:cNvSpPr txBox="1"/>
          <p:nvPr/>
        </p:nvSpPr>
        <p:spPr>
          <a:xfrm>
            <a:off x="8202168" y="1938528"/>
            <a:ext cx="2468880" cy="237744"/>
          </a:xfrm>
          <a:prstGeom prst="rect">
            <a:avLst/>
          </a:prstGeom>
          <a:noFill/>
          <a:ln/>
        </p:spPr>
        <p:txBody>
          <a:bodyPr wrap="square" lIns="0" tIns="0" rIns="0" bIns="0" rtlCol="0" anchor="ctr"/>
          <a:lstStyle/>
          <a:p>
            <a:pPr marL="0" indent="0">
              <a:buNone/>
            </a:pPr>
            <a:r>
              <a:rPr lang="en-US" sz="1000" b="1" kern="0" spc="160" dirty="0">
                <a:solidFill>
                  <a:srgbClr val="C5A55A"/>
                </a:solidFill>
                <a:latin typeface="Lato" pitchFamily="34" charset="0"/>
                <a:ea typeface="Lato" pitchFamily="34" charset="-122"/>
                <a:cs typeface="Lato" pitchFamily="34" charset="-120"/>
              </a:rPr>
              <a:t>CE QU'ELLE PRODUIT ICI</a:t>
            </a:r>
          </a:p>
        </p:txBody>
      </p:sp>
      <p:sp>
        <p:nvSpPr>
          <p:cNvPr id="14" name="Text 12"/>
          <p:cNvSpPr txBox="1"/>
          <p:nvPr/>
        </p:nvSpPr>
        <p:spPr>
          <a:xfrm>
            <a:off x="8202168" y="2231136"/>
            <a:ext cx="2468880" cy="731520"/>
          </a:xfrm>
          <a:prstGeom prst="rect">
            <a:avLst/>
          </a:prstGeom>
          <a:noFill/>
          <a:ln/>
        </p:spPr>
        <p:txBody>
          <a:bodyPr wrap="square" lIns="0" tIns="0" rIns="0" bIns="0" rtlCol="0" anchor="t"/>
          <a:lstStyle/>
          <a:p>
            <a:pPr marL="0" indent="0" algn="l">
              <a:lnSpc>
                <a:spcPct val="118000"/>
              </a:lnSpc>
              <a:buNone/>
            </a:pPr>
            <a:r>
              <a:rPr lang="en-US" sz="1150" dirty="0">
                <a:solidFill>
                  <a:srgbClr val="232A3A"/>
                </a:solidFill>
                <a:latin typeface="Lato" pitchFamily="34" charset="0"/>
                <a:ea typeface="Lato" pitchFamily="34" charset="-122"/>
                <a:cs typeface="Lato" pitchFamily="34" charset="-120"/>
              </a:rPr>
              <a:t>Les scénarios de la matrice (chapitre 5) et la criticité des activités viennent des ateliers déjà conduits au cabinet.</a:t>
            </a:r>
            <a:endParaRPr lang="en-US" sz="1150" dirty="0"/>
          </a:p>
        </p:txBody>
      </p:sp>
      <p:sp>
        <p:nvSpPr>
          <p:cNvPr id="45" name="Panneau GRC"/>
          <p:cNvSpPr/>
          <p:nvPr/>
        </p:nvSpPr>
        <p:spPr>
          <a:xfrm>
            <a:off x="2032000" y="3383280"/>
            <a:ext cx="8128000" cy="1650000"/>
          </a:xfrm>
          <a:prstGeom prst="roundRect">
            <a:avLst>
              <a:gd name="adj" fmla="val 6000"/>
            </a:avLst>
          </a:prstGeom>
          <a:solidFill>
            <a:srgbClr val="D9D9D9"/>
          </a:solidFill>
          <a:ln>
            <a:noFill/>
          </a:ln>
        </p:spPr>
        <p:txBody>
          <a:bodyPr rtlCol="0" anchor="ctr"/>
          <a:lstStyle/>
          <a:p>
            <a:pPr algn="ctr">
              <a:buNone/>
            </a:pPr>
            <a:endParaRPr lang="fr-FR"/>
          </a:p>
        </p:txBody>
      </p:sp>
      <p:sp>
        <p:nvSpPr>
          <p:cNvPr id="20" name="Text 18"/>
          <p:cNvSpPr txBox="1"/>
          <p:nvPr/>
        </p:nvSpPr>
        <p:spPr>
          <a:xfrm>
            <a:off x="2286000" y="3483736"/>
            <a:ext cx="7620000" cy="301244"/>
          </a:xfrm>
          <a:prstGeom prst="rect">
            <a:avLst/>
          </a:prstGeom>
          <a:noFill/>
          <a:ln/>
        </p:spPr>
        <p:txBody>
          <a:bodyPr wrap="square" lIns="0" tIns="0" rIns="0" bIns="0" rtlCol="0" anchor="ctr"/>
          <a:lstStyle/>
          <a:p>
            <a:pPr marL="0" indent="0" algn="ctr">
              <a:buNone/>
            </a:pPr>
            <a:r>
              <a:rPr lang="fr-FR" sz="1800" b="1" dirty="0">
                <a:solidFill>
                  <a:srgbClr val="1B2A4A"/>
                </a:solidFill>
                <a:latin typeface="Lato" pitchFamily="34" charset="0"/>
                <a:ea typeface="Lato" pitchFamily="34" charset="-122"/>
                <a:cs typeface="Lato" pitchFamily="34" charset="-120"/>
              </a:rPr>
              <a:t>LES CINQ ATELIERS</a:t>
            </a:r>
          </a:p>
          <a:p>
            <a:pPr marL="0" indent="0" algn="ctr">
              <a:spcBef>
                <a:spcPts val="200"/>
              </a:spcBef>
              <a:buNone/>
            </a:pPr>
            <a:r>
              <a:rPr lang="fr-FR" sz="1000" b="1" kern="0" spc="160" dirty="0">
                <a:solidFill>
                  <a:srgbClr val="C5A55A"/>
                </a:solidFill>
                <a:latin typeface="Lato" pitchFamily="34" charset="0"/>
                <a:ea typeface="Lato" pitchFamily="34" charset="-122"/>
                <a:cs typeface="Lato" pitchFamily="34" charset="-120"/>
              </a:rPr>
              <a:t>MÉTHODE SOUTENUE PAR L’ANSSI</a:t>
            </a:r>
          </a:p>
        </p:txBody>
      </p:sp>
      <p:sp>
        <p:nvSpPr>
          <p:cNvPr id="21" name="Text 19"/>
          <p:cNvSpPr txBox="1"/>
          <p:nvPr/>
        </p:nvSpPr>
        <p:spPr>
          <a:xfrm>
            <a:off x="2286000" y="3810000"/>
            <a:ext cx="7620000" cy="1050000"/>
          </a:xfrm>
          <a:prstGeom prst="rect">
            <a:avLst/>
          </a:prstGeom>
          <a:noFill/>
          <a:ln/>
        </p:spPr>
        <p:txBody>
          <a:bodyPr wrap="square" lIns="0" tIns="0" rIns="0" bIns="0" rtlCol="0" anchor="t"/>
          <a:lstStyle/>
          <a:p>
            <a:pPr marL="0" indent="0" algn="ctr">
              <a:lnSpc>
                <a:spcPct val="130000"/>
              </a:lnSpc>
              <a:buNone/>
            </a:pPr>
            <a:r>
              <a:rPr lang="fr-FR" sz="1150" b="1" dirty="0">
                <a:solidFill>
                  <a:srgbClr val="1B2A4A"/>
                </a:solidFill>
                <a:latin typeface="Lato" pitchFamily="34" charset="0"/>
                <a:ea typeface="Lato" pitchFamily="34" charset="-122"/>
                <a:cs typeface="Lato" pitchFamily="34" charset="-120"/>
              </a:rPr>
              <a:t>Cinq ateliers, du cadrage au traitement du risque :</a:t>
            </a:r>
          </a:p>
          <a:p>
            <a:pPr marL="0" indent="0" algn="ctr">
              <a:spcBef>
                <a:spcPts val="800"/>
              </a:spcBef>
              <a:lnSpc>
                <a:spcPct val="130000"/>
              </a:lnSpc>
              <a:buNone/>
            </a:pPr>
            <a:r>
              <a:rPr lang="fr-FR" sz="1150" dirty="0">
                <a:solidFill>
                  <a:srgbClr val="232A3A"/>
                </a:solidFill>
                <a:latin typeface="Lato" pitchFamily="34" charset="0"/>
                <a:ea typeface="Lato" pitchFamily="34" charset="-122"/>
                <a:cs typeface="Lato" pitchFamily="34" charset="-120"/>
              </a:rPr>
              <a:t>1. Cadrage et valeurs métier · 2. Sources de risque · 3. Scénarios stratégiques · 4. Scénarios opérationnels · 5. Traitement du risque.</a:t>
            </a:r>
          </a:p>
          <a:p>
            <a:pPr marL="0" indent="0" algn="ctr">
              <a:spcBef>
                <a:spcPts val="1200"/>
              </a:spcBef>
              <a:lnSpc>
                <a:spcPct val="130000"/>
              </a:lnSpc>
              <a:buNone/>
            </a:pPr>
            <a:r>
              <a:rPr lang="fr-FR" sz="1150" b="1" i="1" dirty="0">
                <a:solidFill>
                  <a:srgbClr val="1B2A4A"/>
                </a:solidFill>
                <a:latin typeface="Lato" pitchFamily="34" charset="0"/>
                <a:ea typeface="Lato" pitchFamily="34" charset="-122"/>
                <a:cs typeface="Lato" pitchFamily="34" charset="-120"/>
              </a:rPr>
              <a:t>La valeur métier utilisée par ce projet est fixée dès l'atelier 1 : cadrage et valeurs métier.</a:t>
            </a:r>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3555226A-7EA3-4730-9DCE-A90B74B7CC29}" type="slidenum">
              <a:rPr lang="fr-FR" sz="900" b="0">
                <a:solidFill>
                  <a:srgbClr val="4A5568"/>
                </a:solidFill>
                <a:latin typeface="Lato"/>
              </a:rPr>
              <a:t>11</a:t>
            </a:fld>
            <a:endParaRPr lang="fr-FR">
              <a:solidFill>
                <a:srgbClr val="4A5568"/>
              </a:solidFill>
            </a:endParaRPr>
          </a:p>
        </p:txBody>
      </p:sp>
    </p:spTree>
    <p:extLst>
      <p:ext uri="{BB962C8B-B14F-4D97-AF65-F5344CB8AC3E}">
        <p14:creationId xmlns:p14="http://schemas.microsoft.com/office/powerpoint/2010/main" val="16465392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 dockstate="right" visibility="0" width="701"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FB097E42-236B-43DE-9EC4-16D2F38F7291}">
  <we:reference id="WA200010725" version="1.0.0.1" store="Omex" storeType="OMEX"/>
  <we:alternateReferences>
    <we:reference id="WA200010725" version="1.0.0.1" store="WA200010725" storeType="OMEX"/>
  </we:alternateReferences>
  <we:properties>
    <we:property name="claude.fileId" value="&quot;397eaf98-20ba-4f13-9a15-50d029283c2f&quot;"/>
  </we:properties>
  <we:bindings/>
  <we:snapshot xmlns:r="http://schemas.openxmlformats.org/officeDocument/2006/relationships"/>
</we:webextension>
</file>

<file path=ppt/webextensions/webextension2.xml><?xml version="1.0" encoding="utf-8"?>
<we:webextension xmlns:we="http://schemas.microsoft.com/office/webextensions/webextension/2010/11" id="{D32B14F2-8165-465D-88C5-9171683FBEC4}">
  <we:reference id="f5f369e5-aa35-49d7-ad7b-638152ddb008" version="1.0.0.1" store="EXCatalog" storeType="EXCatalog"/>
  <we:alternateReferences>
    <we:reference id="WA200010001" version="1.0.0.1" store="fr-FR" storeType="OMEX"/>
  </we:alternateReferences>
  <we:properties>
    <we:property name="claude.fileId" value="&quot;17f5d4ab-96cc-475f-87a7-e79f437ff4ee&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3968</TotalTime>
  <Words>12554</Words>
  <Application>Microsoft Office PowerPoint</Application>
  <PresentationFormat>Grand écran</PresentationFormat>
  <Paragraphs>1381</Paragraphs>
  <Slides>69</Slides>
  <Notes>63</Notes>
  <HiddenSlides>2</HiddenSlides>
  <MMClips>1</MMClips>
  <ScaleCrop>false</ScaleCrop>
  <HeadingPairs>
    <vt:vector size="6" baseType="variant">
      <vt:variant>
        <vt:lpstr>Polices utilisées</vt:lpstr>
      </vt:variant>
      <vt:variant>
        <vt:i4>5</vt:i4>
      </vt:variant>
      <vt:variant>
        <vt:lpstr>Thème</vt:lpstr>
      </vt:variant>
      <vt:variant>
        <vt:i4>2</vt:i4>
      </vt:variant>
      <vt:variant>
        <vt:lpstr>Titres des diapositives</vt:lpstr>
      </vt:variant>
      <vt:variant>
        <vt:i4>69</vt:i4>
      </vt:variant>
    </vt:vector>
  </HeadingPairs>
  <TitlesOfParts>
    <vt:vector size="76" baseType="lpstr">
      <vt:lpstr>Aptos</vt:lpstr>
      <vt:lpstr>Arial</vt:lpstr>
      <vt:lpstr>Calibri</vt:lpstr>
      <vt:lpstr>Lato</vt:lpstr>
      <vt:lpstr>Lato Black</vt:lpstr>
      <vt:lpstr>Office Theme</vt:lpstr>
      <vt:lpstr>1_Office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LPB Conseil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Soutenance PFE — Cartographie dynamique des impacts métiers des vulnérabilités</dc:title>
  <dc:subject>PptxGenJS Presentation</dc:subject>
  <dc:creator>Mattéo TREMISI</dc:creator>
  <cp:lastModifiedBy>Mattéo TREMISI</cp:lastModifiedBy>
  <cp:revision>7</cp:revision>
  <dcterms:created xsi:type="dcterms:W3CDTF">2026-08-26T07:52:48Z</dcterms:created>
  <dcterms:modified xsi:type="dcterms:W3CDTF">2026-09-07T15:10:21Z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90e499a-6c0b-4939-8372-bd2130f26c5c_Enabled">
    <vt:lpwstr>true</vt:lpwstr>
  </property>
  <property fmtid="{D5CDD505-2E9C-101B-9397-08002B2CF9AE}" pid="3" name="MSIP_Label_390e499a-6c0b-4939-8372-bd2130f26c5c_SetDate">
    <vt:lpwstr>2026-08-26T12:36:22Z</vt:lpwstr>
  </property>
  <property fmtid="{D5CDD505-2E9C-101B-9397-08002B2CF9AE}" pid="4" name="MSIP_Label_390e499a-6c0b-4939-8372-bd2130f26c5c_Method">
    <vt:lpwstr>Standard</vt:lpwstr>
  </property>
  <property fmtid="{D5CDD505-2E9C-101B-9397-08002B2CF9AE}" pid="5" name="MSIP_Label_390e499a-6c0b-4939-8372-bd2130f26c5c_Name">
    <vt:lpwstr>Public_defaut</vt:lpwstr>
  </property>
  <property fmtid="{D5CDD505-2E9C-101B-9397-08002B2CF9AE}" pid="6" name="MSIP_Label_390e499a-6c0b-4939-8372-bd2130f26c5c_SiteId">
    <vt:lpwstr>41f8fe31-7155-41f8-b200-594961decd0e</vt:lpwstr>
  </property>
  <property fmtid="{D5CDD505-2E9C-101B-9397-08002B2CF9AE}" pid="7" name="MSIP_Label_390e499a-6c0b-4939-8372-bd2130f26c5c_ActionId">
    <vt:lpwstr>d79c7ac8-e1bc-4b5b-ae51-08a479f60c53</vt:lpwstr>
  </property>
  <property fmtid="{D5CDD505-2E9C-101B-9397-08002B2CF9AE}" pid="8" name="MSIP_Label_390e499a-6c0b-4939-8372-bd2130f26c5c_ContentBits">
    <vt:lpwstr>0</vt:lpwstr>
  </property>
  <property fmtid="{D5CDD505-2E9C-101B-9397-08002B2CF9AE}" pid="9" name="MSIP_Label_390e499a-6c0b-4939-8372-bd2130f26c5c_Tag">
    <vt:lpwstr>10, 3, 0, 1</vt:lpwstr>
  </property>
</Properties>
</file>